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Custom-Design">
    <p:bg>
      <p:bgPr>
        <a:solidFill>
          <a:srgbClr val="ffffff"/>
        </a:solidFill>
      </p:bgPr>
    </p:bg>
    <p:spTree>
      <p:nvGrpSpPr>
        <p:cNvPr id="1" name=""/>
        <p:cNvGrpSpPr/>
        <p:nvPr/>
      </p:nvGrpSpPr>
      <p:grpSpPr>
        <a:xfrm>
          <a:off x="0" y="0"/>
          <a:ext cx="0" cy="0"/>
          <a:chOff x="0" y="0"/>
          <a:chExt cx="0" cy="0"/>
        </a:xfrm>
      </p:grpSpPr>
      <p:pic>
        <p:nvPicPr>
          <p:cNvPr id="0" name="Google Shape;33;p6" descr="SIL_PPT_Footer.png"/>
          <p:cNvPicPr/>
          <p:nvPr/>
        </p:nvPicPr>
        <p:blipFill>
          <a:blip r:embed="rId2"/>
          <a:stretch/>
        </p:blipFill>
        <p:spPr>
          <a:xfrm>
            <a:off x="-9000" y="4637160"/>
            <a:ext cx="9153000" cy="506520"/>
          </a:xfrm>
          <a:prstGeom prst="rect">
            <a:avLst/>
          </a:prstGeom>
          <a:noFill/>
          <a:ln w="12600">
            <a:noFill/>
          </a:ln>
        </p:spPr>
      </p:pic>
      <p:sp>
        <p:nvSpPr>
          <p:cNvPr id="1"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2" name="PlaceHolder 2"/>
          <p:cNvSpPr>
            <a:spLocks noGrp="1"/>
          </p:cNvSpPr>
          <p:nvPr>
            <p:ph type="body"/>
          </p:nvPr>
        </p:nvSpPr>
        <p:spPr>
          <a:xfrm>
            <a:off x="628560" y="1013040"/>
            <a:ext cx="7886880" cy="3619440"/>
          </a:xfrm>
          <a:prstGeom prst="rect">
            <a:avLst/>
          </a:prstGeom>
          <a:noFill/>
          <a:ln w="12600">
            <a:noFill/>
          </a:ln>
        </p:spPr>
        <p:txBody>
          <a:bodyPr lIns="91440" rIns="91440" tIns="91440" bIns="91440" anchor="t">
            <a:normAutofit/>
          </a:bodyPr>
          <a:p>
            <a:pPr marL="457200" indent="-380880">
              <a:lnSpc>
                <a:spcPct val="100000"/>
              </a:lnSpc>
              <a:buClr>
                <a:srgbClr val="000000"/>
              </a:buClr>
              <a:buSzPct val="45000"/>
              <a:buFont typeface="Wingdings" charset="2"/>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SzPct val="75000"/>
              <a:buFont typeface="Symbol" charset="2"/>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SzPct val="45000"/>
              <a:buFont typeface="Wingdings" charset="2"/>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SzPct val="75000"/>
              <a:buFont typeface="Symbol" charset="2"/>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SzPct val="45000"/>
              <a:buFont typeface="Wingdings" charset="2"/>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3" name="PlaceHolder 3"/>
          <p:cNvSpPr>
            <a:spLocks noGrp="1"/>
          </p:cNvSpPr>
          <p:nvPr>
            <p:ph type="dt" idx="1"/>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877B6FB1-51EF-42CB-B7D2-EF765B1BA9C1}"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4" name="PlaceHolder 4"/>
          <p:cNvSpPr>
            <a:spLocks noGrp="1"/>
          </p:cNvSpPr>
          <p:nvPr>
            <p:ph type="ftr" idx="2"/>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5" name="PlaceHolder 5"/>
          <p:cNvSpPr>
            <a:spLocks noGrp="1"/>
          </p:cNvSpPr>
          <p:nvPr>
            <p:ph type="sldNum" idx="3"/>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45D5D81A-BC41-4722-85CC-445501FDF04A}"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Master1-Layout1-cust-Title-Slide">
    <p:bg>
      <p:bgPr>
        <a:solidFill>
          <a:srgbClr val="ffffff"/>
        </a:solidFill>
      </p:bgPr>
    </p:bg>
    <p:spTree>
      <p:nvGrpSpPr>
        <p:cNvPr id="1" name=""/>
        <p:cNvGrpSpPr/>
        <p:nvPr/>
      </p:nvGrpSpPr>
      <p:grpSpPr>
        <a:xfrm>
          <a:off x="0" y="0"/>
          <a:ext cx="0" cy="0"/>
          <a:chOff x="0" y="0"/>
          <a:chExt cx="0" cy="0"/>
        </a:xfrm>
      </p:grpSpPr>
      <p:pic>
        <p:nvPicPr>
          <p:cNvPr id="6" name="Google Shape;33;p6" descr="SIL_PPT_Footer.png"/>
          <p:cNvPicPr/>
          <p:nvPr/>
        </p:nvPicPr>
        <p:blipFill>
          <a:blip r:embed="rId2"/>
          <a:stretch/>
        </p:blipFill>
        <p:spPr>
          <a:xfrm>
            <a:off x="-9000" y="4637160"/>
            <a:ext cx="9153000" cy="506520"/>
          </a:xfrm>
          <a:prstGeom prst="rect">
            <a:avLst/>
          </a:prstGeom>
          <a:noFill/>
          <a:ln w="12600">
            <a:noFill/>
          </a:ln>
        </p:spPr>
      </p:pic>
      <p:sp>
        <p:nvSpPr>
          <p:cNvPr id="7" name="Rectangle 12"/>
          <p:cNvSpPr/>
          <p:nvPr/>
        </p:nvSpPr>
        <p:spPr>
          <a:xfrm>
            <a:off x="0" y="4609800"/>
            <a:ext cx="9144000" cy="540360"/>
          </a:xfrm>
          <a:custGeom>
            <a:avLst/>
            <a:gdLst/>
            <a:ah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8" name="Google Shape;8;p2" descr="SIL_PPT_Character_Charis_1.png"/>
          <p:cNvPicPr/>
          <p:nvPr/>
        </p:nvPicPr>
        <p:blipFill>
          <a:blip r:embed="rId3"/>
          <a:stretch/>
        </p:blipFill>
        <p:spPr>
          <a:xfrm>
            <a:off x="5486760" y="2081520"/>
            <a:ext cx="3292920" cy="3225600"/>
          </a:xfrm>
          <a:prstGeom prst="rect">
            <a:avLst/>
          </a:prstGeom>
          <a:noFill/>
          <a:ln w="12600">
            <a:noFill/>
          </a:ln>
        </p:spPr>
      </p:pic>
      <p:pic>
        <p:nvPicPr>
          <p:cNvPr id="9" name="Google Shape;9;p2" descr="SIL_PPT_Character_Namdhinggo_1.png"/>
          <p:cNvPicPr/>
          <p:nvPr/>
        </p:nvPicPr>
        <p:blipFill>
          <a:blip r:embed="rId4"/>
          <a:stretch/>
        </p:blipFill>
        <p:spPr>
          <a:xfrm>
            <a:off x="-72000" y="349560"/>
            <a:ext cx="2865960" cy="2761920"/>
          </a:xfrm>
          <a:prstGeom prst="rect">
            <a:avLst/>
          </a:prstGeom>
          <a:noFill/>
          <a:ln w="12600">
            <a:noFill/>
          </a:ln>
        </p:spPr>
      </p:pic>
      <p:sp>
        <p:nvSpPr>
          <p:cNvPr id="10" name="PlaceHolder 1"/>
          <p:cNvSpPr>
            <a:spLocks noGrp="1"/>
          </p:cNvSpPr>
          <p:nvPr>
            <p:ph type="title"/>
          </p:nvPr>
        </p:nvSpPr>
        <p:spPr>
          <a:xfrm>
            <a:off x="795600" y="2695320"/>
            <a:ext cx="7984440" cy="749520"/>
          </a:xfrm>
          <a:prstGeom prst="rect">
            <a:avLst/>
          </a:prstGeom>
          <a:noFill/>
          <a:ln w="12600">
            <a:noFill/>
          </a:ln>
        </p:spPr>
        <p:txBody>
          <a:bodyPr lIns="0" rIns="91440" tIns="45720" bIns="45720" anchor="ctr">
            <a:noAutofit/>
          </a:bodyPr>
          <a:p>
            <a:pPr indent="0" algn="ctr">
              <a:buNone/>
            </a:pPr>
            <a:endParaRPr b="0" lang="en-US" sz="4400" strike="noStrike" u="none">
              <a:solidFill>
                <a:srgbClr val="000000"/>
              </a:solidFill>
              <a:effectLst/>
              <a:uFillTx/>
              <a:latin typeface="Arial"/>
            </a:endParaRPr>
          </a:p>
        </p:txBody>
      </p:sp>
      <p:sp>
        <p:nvSpPr>
          <p:cNvPr id="11" name="PlaceHolder 2"/>
          <p:cNvSpPr>
            <a:spLocks noGrp="1"/>
          </p:cNvSpPr>
          <p:nvPr>
            <p:ph type="body"/>
          </p:nvPr>
        </p:nvSpPr>
        <p:spPr>
          <a:xfrm>
            <a:off x="743400" y="4236120"/>
            <a:ext cx="7609320" cy="399240"/>
          </a:xfrm>
          <a:prstGeom prst="rect">
            <a:avLst/>
          </a:prstGeom>
          <a:noFill/>
          <a:ln w="12600">
            <a:noFill/>
          </a:ln>
        </p:spPr>
        <p:txBody>
          <a:bodyPr lIns="91440" rIns="91440" tIns="91440" bIns="91440" anchor="t">
            <a:normAutofit fontScale="55000" lnSpcReduction="19999"/>
          </a:bodyPr>
          <a:p>
            <a:pPr indent="0">
              <a:spcBef>
                <a:spcPts val="1417"/>
              </a:spcBef>
              <a:buNone/>
            </a:pPr>
            <a:endParaRPr b="0" lang="en-US" sz="3200" strike="noStrike" u="none">
              <a:solidFill>
                <a:srgbClr val="000000"/>
              </a:solidFill>
              <a:effectLst/>
              <a:uFillTx/>
              <a:latin typeface="Arial"/>
            </a:endParaRPr>
          </a:p>
        </p:txBody>
      </p:sp>
      <p:pic>
        <p:nvPicPr>
          <p:cNvPr id="12" name="Google Shape;13;p2" descr=""/>
          <p:cNvPicPr/>
          <p:nvPr/>
        </p:nvPicPr>
        <p:blipFill>
          <a:blip r:embed="rId5"/>
          <a:stretch/>
        </p:blipFill>
        <p:spPr>
          <a:xfrm>
            <a:off x="6854400" y="804600"/>
            <a:ext cx="1499400" cy="804600"/>
          </a:xfrm>
          <a:prstGeom prst="rect">
            <a:avLst/>
          </a:prstGeom>
          <a:noFill/>
          <a:ln w="1260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1-cust-Title-Slide">
    <p:bg>
      <p:bgPr>
        <a:solidFill>
          <a:srgbClr val="ffffff"/>
        </a:solidFill>
      </p:bgPr>
    </p:bg>
    <p:spTree>
      <p:nvGrpSpPr>
        <p:cNvPr id="1" name=""/>
        <p:cNvGrpSpPr/>
        <p:nvPr/>
      </p:nvGrpSpPr>
      <p:grpSpPr>
        <a:xfrm>
          <a:off x="0" y="0"/>
          <a:ext cx="0" cy="0"/>
          <a:chOff x="0" y="0"/>
          <a:chExt cx="0" cy="0"/>
        </a:xfrm>
      </p:grpSpPr>
      <p:pic>
        <p:nvPicPr>
          <p:cNvPr id="13" name="Google Shape;33;p6" descr="SIL_PPT_Footer.png"/>
          <p:cNvPicPr/>
          <p:nvPr/>
        </p:nvPicPr>
        <p:blipFill>
          <a:blip r:embed="rId2"/>
          <a:stretch/>
        </p:blipFill>
        <p:spPr>
          <a:xfrm>
            <a:off x="-9000" y="4637160"/>
            <a:ext cx="9153000" cy="506520"/>
          </a:xfrm>
          <a:prstGeom prst="rect">
            <a:avLst/>
          </a:prstGeom>
          <a:noFill/>
          <a:ln w="12600">
            <a:noFill/>
          </a:ln>
        </p:spPr>
      </p:pic>
      <p:sp>
        <p:nvSpPr>
          <p:cNvPr id="7" name="Rectangle 12"/>
          <p:cNvSpPr/>
          <p:nvPr/>
        </p:nvSpPr>
        <p:spPr>
          <a:xfrm>
            <a:off x="0" y="4609800"/>
            <a:ext cx="9144000" cy="540360"/>
          </a:xfrm>
          <a:custGeom>
            <a:avLst/>
            <a:gdLst/>
            <a:ah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14" name="Google Shape;8;p2" descr="SIL_PPT_Character_Charis_1.png"/>
          <p:cNvPicPr/>
          <p:nvPr/>
        </p:nvPicPr>
        <p:blipFill>
          <a:blip r:embed="rId3"/>
          <a:stretch/>
        </p:blipFill>
        <p:spPr>
          <a:xfrm>
            <a:off x="5486760" y="2081520"/>
            <a:ext cx="3292920" cy="3225600"/>
          </a:xfrm>
          <a:prstGeom prst="rect">
            <a:avLst/>
          </a:prstGeom>
          <a:noFill/>
          <a:ln w="12600">
            <a:noFill/>
          </a:ln>
        </p:spPr>
      </p:pic>
      <p:pic>
        <p:nvPicPr>
          <p:cNvPr id="15" name="Google Shape;9;p2" descr="SIL_PPT_Character_Namdhinggo_1.png"/>
          <p:cNvPicPr/>
          <p:nvPr/>
        </p:nvPicPr>
        <p:blipFill>
          <a:blip r:embed="rId4"/>
          <a:stretch/>
        </p:blipFill>
        <p:spPr>
          <a:xfrm>
            <a:off x="-72000" y="349560"/>
            <a:ext cx="2865960" cy="2761920"/>
          </a:xfrm>
          <a:prstGeom prst="rect">
            <a:avLst/>
          </a:prstGeom>
          <a:noFill/>
          <a:ln w="12600">
            <a:noFill/>
          </a:ln>
        </p:spPr>
      </p:pic>
      <p:sp>
        <p:nvSpPr>
          <p:cNvPr id="16" name="PlaceHolder 1"/>
          <p:cNvSpPr>
            <a:spLocks noGrp="1"/>
          </p:cNvSpPr>
          <p:nvPr>
            <p:ph type="title"/>
          </p:nvPr>
        </p:nvSpPr>
        <p:spPr>
          <a:xfrm>
            <a:off x="795600" y="2695320"/>
            <a:ext cx="7984440" cy="749520"/>
          </a:xfrm>
          <a:prstGeom prst="rect">
            <a:avLst/>
          </a:prstGeom>
          <a:noFill/>
          <a:ln w="12600">
            <a:noFill/>
          </a:ln>
        </p:spPr>
        <p:txBody>
          <a:bodyPr lIns="0" rIns="91440" tIns="45720" bIns="45720" anchor="ctr">
            <a:noAutofit/>
          </a:bodyPr>
          <a:p>
            <a:pPr indent="0" algn="ctr">
              <a:buNone/>
            </a:pPr>
            <a:endParaRPr b="0" lang="en-US" sz="4400" strike="noStrike" u="none">
              <a:solidFill>
                <a:srgbClr val="000000"/>
              </a:solidFill>
              <a:effectLst/>
              <a:uFillTx/>
              <a:latin typeface="Arial"/>
            </a:endParaRPr>
          </a:p>
        </p:txBody>
      </p:sp>
      <p:sp>
        <p:nvSpPr>
          <p:cNvPr id="17" name="PlaceHolder 2"/>
          <p:cNvSpPr>
            <a:spLocks noGrp="1"/>
          </p:cNvSpPr>
          <p:nvPr>
            <p:ph type="body"/>
          </p:nvPr>
        </p:nvSpPr>
        <p:spPr>
          <a:xfrm>
            <a:off x="743400" y="4236120"/>
            <a:ext cx="7609320" cy="399240"/>
          </a:xfrm>
          <a:prstGeom prst="rect">
            <a:avLst/>
          </a:prstGeom>
          <a:noFill/>
          <a:ln w="12600">
            <a:noFill/>
          </a:ln>
        </p:spPr>
        <p:txBody>
          <a:bodyPr lIns="91440" rIns="91440" tIns="91440" bIns="91440" anchor="t">
            <a:normAutofit fontScale="55000" lnSpcReduction="19999"/>
          </a:bodyPr>
          <a:p>
            <a:pPr indent="0">
              <a:spcBef>
                <a:spcPts val="1417"/>
              </a:spcBef>
              <a:buNone/>
            </a:pPr>
            <a:endParaRPr b="0" lang="en-US" sz="3200" strike="noStrike" u="none">
              <a:solidFill>
                <a:srgbClr val="000000"/>
              </a:solidFill>
              <a:effectLst/>
              <a:uFillTx/>
              <a:latin typeface="Arial"/>
            </a:endParaRPr>
          </a:p>
        </p:txBody>
      </p:sp>
      <p:pic>
        <p:nvPicPr>
          <p:cNvPr id="18" name="Google Shape;13;p2" descr=""/>
          <p:cNvPicPr/>
          <p:nvPr/>
        </p:nvPicPr>
        <p:blipFill>
          <a:blip r:embed="rId5"/>
          <a:stretch/>
        </p:blipFill>
        <p:spPr>
          <a:xfrm>
            <a:off x="6854400" y="804600"/>
            <a:ext cx="1499400" cy="804600"/>
          </a:xfrm>
          <a:prstGeom prst="rect">
            <a:avLst/>
          </a:prstGeom>
          <a:noFill/>
          <a:ln w="1260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OverChart" preserve="1">
  <p:cSld name="Master1-Layout2-cust-Subsection-Blue">
    <p:bg>
      <p:bgPr>
        <a:solidFill>
          <a:srgbClr val="ffffff"/>
        </a:solidFill>
      </p:bgPr>
    </p:bg>
    <p:spTree>
      <p:nvGrpSpPr>
        <p:cNvPr id="1" name=""/>
        <p:cNvGrpSpPr/>
        <p:nvPr/>
      </p:nvGrpSpPr>
      <p:grpSpPr>
        <a:xfrm>
          <a:off x="0" y="0"/>
          <a:ext cx="0" cy="0"/>
          <a:chOff x="0" y="0"/>
          <a:chExt cx="0" cy="0"/>
        </a:xfrm>
      </p:grpSpPr>
      <p:pic>
        <p:nvPicPr>
          <p:cNvPr id="27" name="Google Shape;33;p6" descr="SIL_PPT_Footer.png"/>
          <p:cNvPicPr/>
          <p:nvPr/>
        </p:nvPicPr>
        <p:blipFill>
          <a:blip r:embed="rId2"/>
          <a:stretch/>
        </p:blipFill>
        <p:spPr>
          <a:xfrm>
            <a:off x="-9000" y="4637160"/>
            <a:ext cx="9153000" cy="506520"/>
          </a:xfrm>
          <a:prstGeom prst="rect">
            <a:avLst/>
          </a:prstGeom>
          <a:noFill/>
          <a:ln w="12600">
            <a:noFill/>
          </a:ln>
        </p:spPr>
      </p:pic>
      <p:sp>
        <p:nvSpPr>
          <p:cNvPr id="20" name="Google Shape;15;p3"/>
          <p:cNvSpPr/>
          <p:nvPr/>
        </p:nvSpPr>
        <p:spPr>
          <a:xfrm>
            <a:off x="-432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5cb9"/>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28" name="Google Shape;16;p3" descr=""/>
          <p:cNvPicPr/>
          <p:nvPr/>
        </p:nvPicPr>
        <p:blipFill>
          <a:blip r:embed="rId3"/>
          <a:stretch/>
        </p:blipFill>
        <p:spPr>
          <a:xfrm>
            <a:off x="0" y="-109800"/>
            <a:ext cx="2945520" cy="3840120"/>
          </a:xfrm>
          <a:prstGeom prst="rect">
            <a:avLst/>
          </a:prstGeom>
          <a:noFill/>
          <a:ln w="12600">
            <a:noFill/>
          </a:ln>
        </p:spPr>
      </p:pic>
      <p:pic>
        <p:nvPicPr>
          <p:cNvPr id="29" name="Google Shape;17;p3" descr="SIL_PPT_Logo_2.png"/>
          <p:cNvPicPr/>
          <p:nvPr/>
        </p:nvPicPr>
        <p:blipFill>
          <a:blip r:embed="rId4"/>
          <a:stretch/>
        </p:blipFill>
        <p:spPr>
          <a:xfrm>
            <a:off x="6905880" y="792000"/>
            <a:ext cx="1459800" cy="831960"/>
          </a:xfrm>
          <a:prstGeom prst="rect">
            <a:avLst/>
          </a:prstGeom>
          <a:noFill/>
          <a:ln w="12600">
            <a:noFill/>
          </a:ln>
        </p:spPr>
      </p:pic>
      <p:pic>
        <p:nvPicPr>
          <p:cNvPr id="30" name="Google Shape;18;p3" descr=""/>
          <p:cNvPicPr/>
          <p:nvPr/>
        </p:nvPicPr>
        <p:blipFill>
          <a:blip r:embed="rId5"/>
          <a:stretch/>
        </p:blipFill>
        <p:spPr>
          <a:xfrm>
            <a:off x="5897160" y="2053080"/>
            <a:ext cx="3246840" cy="3488040"/>
          </a:xfrm>
          <a:prstGeom prst="rect">
            <a:avLst/>
          </a:prstGeom>
          <a:noFill/>
          <a:ln w="12600">
            <a:noFill/>
          </a:ln>
        </p:spPr>
      </p:pic>
      <p:sp>
        <p:nvSpPr>
          <p:cNvPr id="31"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sp>
        <p:nvSpPr>
          <p:cNvPr id="32" name="PlaceHolder 2"/>
          <p:cNvSpPr>
            <a:spLocks noGrp="1"/>
          </p:cNvSpPr>
          <p:nvPr>
            <p:ph type="sldNum" idx="5"/>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64F8141B-78BF-473D-9A59-A3AFE1BA4FFF}"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33"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2-cust-Subsection-Blue">
    <p:bg>
      <p:bgPr>
        <a:solidFill>
          <a:srgbClr val="ffffff"/>
        </a:solidFill>
      </p:bgPr>
    </p:bg>
    <p:spTree>
      <p:nvGrpSpPr>
        <p:cNvPr id="1" name=""/>
        <p:cNvGrpSpPr/>
        <p:nvPr/>
      </p:nvGrpSpPr>
      <p:grpSpPr>
        <a:xfrm>
          <a:off x="0" y="0"/>
          <a:ext cx="0" cy="0"/>
          <a:chOff x="0" y="0"/>
          <a:chExt cx="0" cy="0"/>
        </a:xfrm>
      </p:grpSpPr>
      <p:pic>
        <p:nvPicPr>
          <p:cNvPr id="19" name="Google Shape;33;p6" descr="SIL_PPT_Footer.png"/>
          <p:cNvPicPr/>
          <p:nvPr/>
        </p:nvPicPr>
        <p:blipFill>
          <a:blip r:embed="rId2"/>
          <a:stretch/>
        </p:blipFill>
        <p:spPr>
          <a:xfrm>
            <a:off x="-9000" y="4637160"/>
            <a:ext cx="9153000" cy="506520"/>
          </a:xfrm>
          <a:prstGeom prst="rect">
            <a:avLst/>
          </a:prstGeom>
          <a:noFill/>
          <a:ln w="12600">
            <a:noFill/>
          </a:ln>
        </p:spPr>
      </p:pic>
      <p:sp>
        <p:nvSpPr>
          <p:cNvPr id="20" name="Google Shape;15;p3"/>
          <p:cNvSpPr/>
          <p:nvPr/>
        </p:nvSpPr>
        <p:spPr>
          <a:xfrm>
            <a:off x="-432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5cb9"/>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21" name="Google Shape;16;p3" descr=""/>
          <p:cNvPicPr/>
          <p:nvPr/>
        </p:nvPicPr>
        <p:blipFill>
          <a:blip r:embed="rId3"/>
          <a:stretch/>
        </p:blipFill>
        <p:spPr>
          <a:xfrm>
            <a:off x="0" y="-109800"/>
            <a:ext cx="2945520" cy="3840120"/>
          </a:xfrm>
          <a:prstGeom prst="rect">
            <a:avLst/>
          </a:prstGeom>
          <a:noFill/>
          <a:ln w="12600">
            <a:noFill/>
          </a:ln>
        </p:spPr>
      </p:pic>
      <p:pic>
        <p:nvPicPr>
          <p:cNvPr id="22" name="Google Shape;17;p3" descr="SIL_PPT_Logo_2.png"/>
          <p:cNvPicPr/>
          <p:nvPr/>
        </p:nvPicPr>
        <p:blipFill>
          <a:blip r:embed="rId4"/>
          <a:stretch/>
        </p:blipFill>
        <p:spPr>
          <a:xfrm>
            <a:off x="6905880" y="792000"/>
            <a:ext cx="1459800" cy="831960"/>
          </a:xfrm>
          <a:prstGeom prst="rect">
            <a:avLst/>
          </a:prstGeom>
          <a:noFill/>
          <a:ln w="12600">
            <a:noFill/>
          </a:ln>
        </p:spPr>
      </p:pic>
      <p:pic>
        <p:nvPicPr>
          <p:cNvPr id="23" name="Google Shape;18;p3" descr=""/>
          <p:cNvPicPr/>
          <p:nvPr/>
        </p:nvPicPr>
        <p:blipFill>
          <a:blip r:embed="rId5"/>
          <a:stretch/>
        </p:blipFill>
        <p:spPr>
          <a:xfrm>
            <a:off x="5897160" y="2053080"/>
            <a:ext cx="3246840" cy="3488040"/>
          </a:xfrm>
          <a:prstGeom prst="rect">
            <a:avLst/>
          </a:prstGeom>
          <a:noFill/>
          <a:ln w="12600">
            <a:noFill/>
          </a:ln>
        </p:spPr>
      </p:pic>
      <p:sp>
        <p:nvSpPr>
          <p:cNvPr id="24"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sp>
        <p:nvSpPr>
          <p:cNvPr id="25" name="PlaceHolder 2"/>
          <p:cNvSpPr>
            <a:spLocks noGrp="1"/>
          </p:cNvSpPr>
          <p:nvPr>
            <p:ph type="sldNum" idx="4"/>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9536338E-4337-4F91-BB95-5C5AF9518D30}"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26"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1-Layout3-cust-Subsection-Cyan">
    <p:bg>
      <p:bgPr>
        <a:solidFill>
          <a:srgbClr val="ffffff"/>
        </a:solidFill>
      </p:bgPr>
    </p:bg>
    <p:spTree>
      <p:nvGrpSpPr>
        <p:cNvPr id="1" name=""/>
        <p:cNvGrpSpPr/>
        <p:nvPr/>
      </p:nvGrpSpPr>
      <p:grpSpPr>
        <a:xfrm>
          <a:off x="0" y="0"/>
          <a:ext cx="0" cy="0"/>
          <a:chOff x="0" y="0"/>
          <a:chExt cx="0" cy="0"/>
        </a:xfrm>
      </p:grpSpPr>
      <p:pic>
        <p:nvPicPr>
          <p:cNvPr id="34" name="Google Shape;33;p6" descr="SIL_PPT_Footer.png"/>
          <p:cNvPicPr/>
          <p:nvPr/>
        </p:nvPicPr>
        <p:blipFill>
          <a:blip r:embed="rId2"/>
          <a:stretch/>
        </p:blipFill>
        <p:spPr>
          <a:xfrm>
            <a:off x="-9000" y="4637160"/>
            <a:ext cx="9153000" cy="506520"/>
          </a:xfrm>
          <a:prstGeom prst="rect">
            <a:avLst/>
          </a:prstGeom>
          <a:noFill/>
          <a:ln w="12600">
            <a:noFill/>
          </a:ln>
        </p:spPr>
      </p:pic>
      <p:sp>
        <p:nvSpPr>
          <p:cNvPr id="35" name="PlaceHolder 1"/>
          <p:cNvSpPr>
            <a:spLocks noGrp="1"/>
          </p:cNvSpPr>
          <p:nvPr>
            <p:ph type="dt" idx="6"/>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0A87269D-98B4-4497-9AB8-446DEFB89EE8}"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36" name="PlaceHolder 2"/>
          <p:cNvSpPr>
            <a:spLocks noGrp="1"/>
          </p:cNvSpPr>
          <p:nvPr>
            <p:ph type="ftr" idx="7"/>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37" name="Google Shape;21;p4"/>
          <p:cNvSpPr/>
          <p:nvPr/>
        </p:nvSpPr>
        <p:spPr>
          <a:xfrm>
            <a:off x="-900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a7e1"/>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38" name="Google Shape;22;p4" descr=""/>
          <p:cNvPicPr/>
          <p:nvPr/>
        </p:nvPicPr>
        <p:blipFill>
          <a:blip r:embed="rId3"/>
          <a:stretch/>
        </p:blipFill>
        <p:spPr>
          <a:xfrm>
            <a:off x="6714720" y="1977480"/>
            <a:ext cx="2451240" cy="3310560"/>
          </a:xfrm>
          <a:prstGeom prst="rect">
            <a:avLst/>
          </a:prstGeom>
          <a:noFill/>
          <a:ln w="12600">
            <a:noFill/>
          </a:ln>
        </p:spPr>
      </p:pic>
      <p:pic>
        <p:nvPicPr>
          <p:cNvPr id="39" name="Google Shape;24;p4" descr=""/>
          <p:cNvPicPr/>
          <p:nvPr/>
        </p:nvPicPr>
        <p:blipFill>
          <a:blip r:embed="rId4"/>
          <a:stretch/>
        </p:blipFill>
        <p:spPr>
          <a:xfrm>
            <a:off x="6906240" y="792000"/>
            <a:ext cx="1458720" cy="831960"/>
          </a:xfrm>
          <a:prstGeom prst="rect">
            <a:avLst/>
          </a:prstGeom>
          <a:noFill/>
          <a:ln w="12600">
            <a:noFill/>
          </a:ln>
        </p:spPr>
      </p:pic>
      <p:sp>
        <p:nvSpPr>
          <p:cNvPr id="40" name="PlaceHolder 3"/>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41" name="Picture 9" descr="Icon&#10;&#10;Description automatically generated"/>
          <p:cNvPicPr/>
          <p:nvPr/>
        </p:nvPicPr>
        <p:blipFill>
          <a:blip r:embed="rId5"/>
          <a:stretch/>
        </p:blipFill>
        <p:spPr>
          <a:xfrm>
            <a:off x="-237960" y="-235080"/>
            <a:ext cx="4638600" cy="5143320"/>
          </a:xfrm>
          <a:prstGeom prst="rect">
            <a:avLst/>
          </a:prstGeom>
          <a:noFill/>
          <a:ln w="12600">
            <a:noFill/>
          </a:ln>
        </p:spPr>
      </p:pic>
      <p:sp>
        <p:nvSpPr>
          <p:cNvPr id="42" name="PlaceHolder 4"/>
          <p:cNvSpPr>
            <a:spLocks noGrp="1"/>
          </p:cNvSpPr>
          <p:nvPr>
            <p:ph type="sldNum" idx="8"/>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C36AAB17-8273-4D36-93FF-1F7AE42F35E9}"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43" name="PlaceHolder 5"/>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3-cust-Subsection-Cyan">
    <p:bg>
      <p:bgPr>
        <a:solidFill>
          <a:srgbClr val="ffffff"/>
        </a:solidFill>
      </p:bgPr>
    </p:bg>
    <p:spTree>
      <p:nvGrpSpPr>
        <p:cNvPr id="1" name=""/>
        <p:cNvGrpSpPr/>
        <p:nvPr/>
      </p:nvGrpSpPr>
      <p:grpSpPr>
        <a:xfrm>
          <a:off x="0" y="0"/>
          <a:ext cx="0" cy="0"/>
          <a:chOff x="0" y="0"/>
          <a:chExt cx="0" cy="0"/>
        </a:xfrm>
      </p:grpSpPr>
      <p:pic>
        <p:nvPicPr>
          <p:cNvPr id="44" name="Google Shape;33;p6" descr="SIL_PPT_Footer.png"/>
          <p:cNvPicPr/>
          <p:nvPr/>
        </p:nvPicPr>
        <p:blipFill>
          <a:blip r:embed="rId2"/>
          <a:stretch/>
        </p:blipFill>
        <p:spPr>
          <a:xfrm>
            <a:off x="-9000" y="4637160"/>
            <a:ext cx="9153000" cy="506520"/>
          </a:xfrm>
          <a:prstGeom prst="rect">
            <a:avLst/>
          </a:prstGeom>
          <a:noFill/>
          <a:ln w="12600">
            <a:noFill/>
          </a:ln>
        </p:spPr>
      </p:pic>
      <p:sp>
        <p:nvSpPr>
          <p:cNvPr id="45" name="PlaceHolder 1"/>
          <p:cNvSpPr>
            <a:spLocks noGrp="1"/>
          </p:cNvSpPr>
          <p:nvPr>
            <p:ph type="dt" idx="9"/>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B5543450-18BC-4FEA-87D4-79A4166C706D}"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46" name="PlaceHolder 2"/>
          <p:cNvSpPr>
            <a:spLocks noGrp="1"/>
          </p:cNvSpPr>
          <p:nvPr>
            <p:ph type="ftr" idx="10"/>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37" name="Google Shape;21;p4"/>
          <p:cNvSpPr/>
          <p:nvPr/>
        </p:nvSpPr>
        <p:spPr>
          <a:xfrm>
            <a:off x="-900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a7e1"/>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47" name="Google Shape;22;p4" descr=""/>
          <p:cNvPicPr/>
          <p:nvPr/>
        </p:nvPicPr>
        <p:blipFill>
          <a:blip r:embed="rId3"/>
          <a:stretch/>
        </p:blipFill>
        <p:spPr>
          <a:xfrm>
            <a:off x="6714720" y="1977480"/>
            <a:ext cx="2451240" cy="3310560"/>
          </a:xfrm>
          <a:prstGeom prst="rect">
            <a:avLst/>
          </a:prstGeom>
          <a:noFill/>
          <a:ln w="12600">
            <a:noFill/>
          </a:ln>
        </p:spPr>
      </p:pic>
      <p:pic>
        <p:nvPicPr>
          <p:cNvPr id="48" name="Google Shape;24;p4" descr=""/>
          <p:cNvPicPr/>
          <p:nvPr/>
        </p:nvPicPr>
        <p:blipFill>
          <a:blip r:embed="rId4"/>
          <a:stretch/>
        </p:blipFill>
        <p:spPr>
          <a:xfrm>
            <a:off x="6906240" y="792000"/>
            <a:ext cx="1458720" cy="831960"/>
          </a:xfrm>
          <a:prstGeom prst="rect">
            <a:avLst/>
          </a:prstGeom>
          <a:noFill/>
          <a:ln w="12600">
            <a:noFill/>
          </a:ln>
        </p:spPr>
      </p:pic>
      <p:sp>
        <p:nvSpPr>
          <p:cNvPr id="49" name="PlaceHolder 3"/>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50" name="Picture 9" descr="Icon&#10;&#10;Description automatically generated"/>
          <p:cNvPicPr/>
          <p:nvPr/>
        </p:nvPicPr>
        <p:blipFill>
          <a:blip r:embed="rId5"/>
          <a:stretch/>
        </p:blipFill>
        <p:spPr>
          <a:xfrm>
            <a:off x="-237960" y="-235080"/>
            <a:ext cx="4638600" cy="5143320"/>
          </a:xfrm>
          <a:prstGeom prst="rect">
            <a:avLst/>
          </a:prstGeom>
          <a:noFill/>
          <a:ln w="12600">
            <a:noFill/>
          </a:ln>
        </p:spPr>
      </p:pic>
      <p:sp>
        <p:nvSpPr>
          <p:cNvPr id="51" name="PlaceHolder 4"/>
          <p:cNvSpPr>
            <a:spLocks noGrp="1"/>
          </p:cNvSpPr>
          <p:nvPr>
            <p:ph type="sldNum" idx="11"/>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6361C58-0E01-4667-AB53-A00E1ED90732}"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52" name="PlaceHolder 5"/>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OverChart" preserve="1">
  <p:cSld name="Master1-Layout4-cust-Subsection-Yellow">
    <p:bg>
      <p:bgPr>
        <a:solidFill>
          <a:srgbClr val="ffffff"/>
        </a:solidFill>
      </p:bgPr>
    </p:bg>
    <p:spTree>
      <p:nvGrpSpPr>
        <p:cNvPr id="1" name=""/>
        <p:cNvGrpSpPr/>
        <p:nvPr/>
      </p:nvGrpSpPr>
      <p:grpSpPr>
        <a:xfrm>
          <a:off x="0" y="0"/>
          <a:ext cx="0" cy="0"/>
          <a:chOff x="0" y="0"/>
          <a:chExt cx="0" cy="0"/>
        </a:xfrm>
      </p:grpSpPr>
      <p:pic>
        <p:nvPicPr>
          <p:cNvPr id="61" name="Google Shape;33;p6" descr="SIL_PPT_Footer.png"/>
          <p:cNvPicPr/>
          <p:nvPr/>
        </p:nvPicPr>
        <p:blipFill>
          <a:blip r:embed="rId2"/>
          <a:stretch/>
        </p:blipFill>
        <p:spPr>
          <a:xfrm>
            <a:off x="-9000" y="4637160"/>
            <a:ext cx="9153000" cy="506520"/>
          </a:xfrm>
          <a:prstGeom prst="rect">
            <a:avLst/>
          </a:prstGeom>
          <a:noFill/>
          <a:ln w="12600">
            <a:noFill/>
          </a:ln>
        </p:spPr>
      </p:pic>
      <p:sp>
        <p:nvSpPr>
          <p:cNvPr id="54" name="Google Shape;27;p5"/>
          <p:cNvSpPr/>
          <p:nvPr/>
        </p:nvSpPr>
        <p:spPr>
          <a:xfrm>
            <a:off x="0" y="-15480"/>
            <a:ext cx="9153000" cy="5194080"/>
          </a:xfrm>
          <a:custGeom>
            <a:avLst/>
            <a:gdLst/>
            <a:ahLst/>
            <a:rect l="l" t="t" r="r" b="b"/>
            <a:pathLst>
              <a:path w="21600" h="21600">
                <a:moveTo>
                  <a:pt x="0" y="0"/>
                </a:moveTo>
                <a:lnTo>
                  <a:pt x="21600" y="0"/>
                </a:lnTo>
                <a:lnTo>
                  <a:pt x="21600" y="21600"/>
                </a:lnTo>
                <a:lnTo>
                  <a:pt x="0" y="21600"/>
                </a:lnTo>
                <a:close/>
              </a:path>
            </a:pathLst>
          </a:custGeom>
          <a:solidFill>
            <a:srgbClr val="ffb71b"/>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62" name="Google Shape;28;p5" descr=""/>
          <p:cNvPicPr/>
          <p:nvPr/>
        </p:nvPicPr>
        <p:blipFill>
          <a:blip r:embed="rId3"/>
          <a:stretch/>
        </p:blipFill>
        <p:spPr>
          <a:xfrm>
            <a:off x="6578640" y="1781280"/>
            <a:ext cx="2630880" cy="3709080"/>
          </a:xfrm>
          <a:prstGeom prst="rect">
            <a:avLst/>
          </a:prstGeom>
          <a:noFill/>
          <a:ln w="12600">
            <a:noFill/>
          </a:ln>
        </p:spPr>
      </p:pic>
      <p:pic>
        <p:nvPicPr>
          <p:cNvPr id="63" name="Google Shape;29;p5" descr=""/>
          <p:cNvPicPr/>
          <p:nvPr/>
        </p:nvPicPr>
        <p:blipFill>
          <a:blip r:embed="rId4"/>
          <a:stretch/>
        </p:blipFill>
        <p:spPr>
          <a:xfrm>
            <a:off x="-5760" y="-364320"/>
            <a:ext cx="2798640" cy="3405960"/>
          </a:xfrm>
          <a:prstGeom prst="rect">
            <a:avLst/>
          </a:prstGeom>
          <a:noFill/>
          <a:ln w="12600">
            <a:noFill/>
          </a:ln>
        </p:spPr>
      </p:pic>
      <p:sp>
        <p:nvSpPr>
          <p:cNvPr id="64"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65" name="Picture 9" descr="Icon&#10;&#10;Description automatically generated"/>
          <p:cNvPicPr/>
          <p:nvPr/>
        </p:nvPicPr>
        <p:blipFill>
          <a:blip r:embed="rId5"/>
          <a:stretch/>
        </p:blipFill>
        <p:spPr>
          <a:xfrm>
            <a:off x="6813360" y="792000"/>
            <a:ext cx="1551600" cy="831960"/>
          </a:xfrm>
          <a:prstGeom prst="rect">
            <a:avLst/>
          </a:prstGeom>
          <a:noFill/>
          <a:ln w="12600">
            <a:noFill/>
          </a:ln>
        </p:spPr>
      </p:pic>
      <p:sp>
        <p:nvSpPr>
          <p:cNvPr id="66" name="PlaceHolder 2"/>
          <p:cNvSpPr>
            <a:spLocks noGrp="1"/>
          </p:cNvSpPr>
          <p:nvPr>
            <p:ph type="sldNum" idx="13"/>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07518DF4-13AB-4E91-8836-C7568C28D44E}"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67"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4-cust-Subsection-Yellow">
    <p:bg>
      <p:bgPr>
        <a:solidFill>
          <a:srgbClr val="ffffff"/>
        </a:solidFill>
      </p:bgPr>
    </p:bg>
    <p:spTree>
      <p:nvGrpSpPr>
        <p:cNvPr id="1" name=""/>
        <p:cNvGrpSpPr/>
        <p:nvPr/>
      </p:nvGrpSpPr>
      <p:grpSpPr>
        <a:xfrm>
          <a:off x="0" y="0"/>
          <a:ext cx="0" cy="0"/>
          <a:chOff x="0" y="0"/>
          <a:chExt cx="0" cy="0"/>
        </a:xfrm>
      </p:grpSpPr>
      <p:pic>
        <p:nvPicPr>
          <p:cNvPr id="53" name="Google Shape;33;p6" descr="SIL_PPT_Footer.png"/>
          <p:cNvPicPr/>
          <p:nvPr/>
        </p:nvPicPr>
        <p:blipFill>
          <a:blip r:embed="rId2"/>
          <a:stretch/>
        </p:blipFill>
        <p:spPr>
          <a:xfrm>
            <a:off x="-9000" y="4637160"/>
            <a:ext cx="9153000" cy="506520"/>
          </a:xfrm>
          <a:prstGeom prst="rect">
            <a:avLst/>
          </a:prstGeom>
          <a:noFill/>
          <a:ln w="12600">
            <a:noFill/>
          </a:ln>
        </p:spPr>
      </p:pic>
      <p:sp>
        <p:nvSpPr>
          <p:cNvPr id="54" name="Google Shape;27;p5"/>
          <p:cNvSpPr/>
          <p:nvPr/>
        </p:nvSpPr>
        <p:spPr>
          <a:xfrm>
            <a:off x="0" y="-15480"/>
            <a:ext cx="9153000" cy="5194080"/>
          </a:xfrm>
          <a:custGeom>
            <a:avLst/>
            <a:gdLst/>
            <a:ahLst/>
            <a:rect l="l" t="t" r="r" b="b"/>
            <a:pathLst>
              <a:path w="21600" h="21600">
                <a:moveTo>
                  <a:pt x="0" y="0"/>
                </a:moveTo>
                <a:lnTo>
                  <a:pt x="21600" y="0"/>
                </a:lnTo>
                <a:lnTo>
                  <a:pt x="21600" y="21600"/>
                </a:lnTo>
                <a:lnTo>
                  <a:pt x="0" y="21600"/>
                </a:lnTo>
                <a:close/>
              </a:path>
            </a:pathLst>
          </a:custGeom>
          <a:solidFill>
            <a:srgbClr val="ffb71b"/>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55" name="Google Shape;28;p5" descr=""/>
          <p:cNvPicPr/>
          <p:nvPr/>
        </p:nvPicPr>
        <p:blipFill>
          <a:blip r:embed="rId3"/>
          <a:stretch/>
        </p:blipFill>
        <p:spPr>
          <a:xfrm>
            <a:off x="6578640" y="1781280"/>
            <a:ext cx="2630880" cy="3709080"/>
          </a:xfrm>
          <a:prstGeom prst="rect">
            <a:avLst/>
          </a:prstGeom>
          <a:noFill/>
          <a:ln w="12600">
            <a:noFill/>
          </a:ln>
        </p:spPr>
      </p:pic>
      <p:pic>
        <p:nvPicPr>
          <p:cNvPr id="56" name="Google Shape;29;p5" descr=""/>
          <p:cNvPicPr/>
          <p:nvPr/>
        </p:nvPicPr>
        <p:blipFill>
          <a:blip r:embed="rId4"/>
          <a:stretch/>
        </p:blipFill>
        <p:spPr>
          <a:xfrm>
            <a:off x="-5760" y="-364320"/>
            <a:ext cx="2798640" cy="3405960"/>
          </a:xfrm>
          <a:prstGeom prst="rect">
            <a:avLst/>
          </a:prstGeom>
          <a:noFill/>
          <a:ln w="12600">
            <a:noFill/>
          </a:ln>
        </p:spPr>
      </p:pic>
      <p:sp>
        <p:nvSpPr>
          <p:cNvPr id="57"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58" name="Picture 9" descr="Icon&#10;&#10;Description automatically generated"/>
          <p:cNvPicPr/>
          <p:nvPr/>
        </p:nvPicPr>
        <p:blipFill>
          <a:blip r:embed="rId5"/>
          <a:stretch/>
        </p:blipFill>
        <p:spPr>
          <a:xfrm>
            <a:off x="6813360" y="792000"/>
            <a:ext cx="1551600" cy="831960"/>
          </a:xfrm>
          <a:prstGeom prst="rect">
            <a:avLst/>
          </a:prstGeom>
          <a:noFill/>
          <a:ln w="12600">
            <a:noFill/>
          </a:ln>
        </p:spPr>
      </p:pic>
      <p:sp>
        <p:nvSpPr>
          <p:cNvPr id="59" name="PlaceHolder 2"/>
          <p:cNvSpPr>
            <a:spLocks noGrp="1"/>
          </p:cNvSpPr>
          <p:nvPr>
            <p:ph type="sldNum" idx="12"/>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BBEFB252-45D5-4FA9-AFEF-CF381B6E097C}"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60"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5-obj-Single-Title-and-Content">
    <p:bg>
      <p:bgPr>
        <a:solidFill>
          <a:srgbClr val="ffffff"/>
        </a:solidFill>
      </p:bgPr>
    </p:bg>
    <p:spTree>
      <p:nvGrpSpPr>
        <p:cNvPr id="1" name=""/>
        <p:cNvGrpSpPr/>
        <p:nvPr/>
      </p:nvGrpSpPr>
      <p:grpSpPr>
        <a:xfrm>
          <a:off x="0" y="0"/>
          <a:ext cx="0" cy="0"/>
          <a:chOff x="0" y="0"/>
          <a:chExt cx="0" cy="0"/>
        </a:xfrm>
      </p:grpSpPr>
      <p:pic>
        <p:nvPicPr>
          <p:cNvPr id="68" name="Google Shape;33;p6" descr="SIL_PPT_Footer.png"/>
          <p:cNvPicPr/>
          <p:nvPr/>
        </p:nvPicPr>
        <p:blipFill>
          <a:blip r:embed="rId2"/>
          <a:stretch/>
        </p:blipFill>
        <p:spPr>
          <a:xfrm>
            <a:off x="-9000" y="4637160"/>
            <a:ext cx="9153000" cy="506520"/>
          </a:xfrm>
          <a:prstGeom prst="rect">
            <a:avLst/>
          </a:prstGeom>
          <a:noFill/>
          <a:ln w="12600">
            <a:noFill/>
          </a:ln>
        </p:spPr>
      </p:pic>
      <p:sp>
        <p:nvSpPr>
          <p:cNvPr id="69"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70" name="PlaceHolder 2"/>
          <p:cNvSpPr>
            <a:spLocks noGrp="1"/>
          </p:cNvSpPr>
          <p:nvPr>
            <p:ph type="title"/>
          </p:nvPr>
        </p:nvSpPr>
        <p:spPr>
          <a:xfrm>
            <a:off x="397800" y="1013040"/>
            <a:ext cx="8289000" cy="356544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71" name="PlaceHolder 3"/>
          <p:cNvSpPr>
            <a:spLocks noGrp="1"/>
          </p:cNvSpPr>
          <p:nvPr>
            <p:ph type="dt" idx="14"/>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C8B15A0F-D8A9-4E7A-A878-923BD7B40578}"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72" name="PlaceHolder 4"/>
          <p:cNvSpPr>
            <a:spLocks noGrp="1"/>
          </p:cNvSpPr>
          <p:nvPr>
            <p:ph type="ftr" idx="15"/>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73" name="PlaceHolder 5"/>
          <p:cNvSpPr>
            <a:spLocks noGrp="1"/>
          </p:cNvSpPr>
          <p:nvPr>
            <p:ph type="sldNum" idx="16"/>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42FEB7E4-789C-4CBF-B9CE-422545989871}"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cxnSp>
        <p:nvCxnSpPr>
          <p:cNvPr id="74" name="Google Shape;34;p6"/>
          <p:cNvCxnSpPr/>
          <p:nvPr/>
        </p:nvCxnSpPr>
        <p:spPr>
          <a:xfrm>
            <a:off x="397800" y="943920"/>
            <a:ext cx="8348760" cy="360"/>
          </a:xfrm>
          <a:prstGeom prst="straightConnector1">
            <a:avLst/>
          </a:prstGeom>
          <a:ln w="9360">
            <a:solidFill>
              <a:srgbClr val="00a7e1"/>
            </a:solidFill>
            <a:round/>
          </a:ln>
        </p:spPr>
      </p:cxnSp>
      <p:sp>
        <p:nvSpPr>
          <p:cNvPr id="75" name="PlaceHolder 6"/>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6-cust-Double-Title-and-Content">
    <p:bg>
      <p:bgPr>
        <a:solidFill>
          <a:srgbClr val="ffffff"/>
        </a:solidFill>
      </p:bgPr>
    </p:bg>
    <p:spTree>
      <p:nvGrpSpPr>
        <p:cNvPr id="1" name=""/>
        <p:cNvGrpSpPr/>
        <p:nvPr/>
      </p:nvGrpSpPr>
      <p:grpSpPr>
        <a:xfrm>
          <a:off x="0" y="0"/>
          <a:ext cx="0" cy="0"/>
          <a:chOff x="0" y="0"/>
          <a:chExt cx="0" cy="0"/>
        </a:xfrm>
      </p:grpSpPr>
      <p:pic>
        <p:nvPicPr>
          <p:cNvPr id="76" name="Google Shape;33;p6" descr="SIL_PPT_Footer.png"/>
          <p:cNvPicPr/>
          <p:nvPr/>
        </p:nvPicPr>
        <p:blipFill>
          <a:blip r:embed="rId2"/>
          <a:stretch/>
        </p:blipFill>
        <p:spPr>
          <a:xfrm>
            <a:off x="-9000" y="4637160"/>
            <a:ext cx="9153000" cy="506520"/>
          </a:xfrm>
          <a:prstGeom prst="rect">
            <a:avLst/>
          </a:prstGeom>
          <a:noFill/>
          <a:ln w="12600">
            <a:noFill/>
          </a:ln>
        </p:spPr>
      </p:pic>
      <p:pic>
        <p:nvPicPr>
          <p:cNvPr id="77" name="Google Shape;33;p6" descr="SIL_PPT_Footer.png"/>
          <p:cNvPicPr/>
          <p:nvPr/>
        </p:nvPicPr>
        <p:blipFill>
          <a:blip r:embed="rId3"/>
          <a:stretch/>
        </p:blipFill>
        <p:spPr>
          <a:xfrm>
            <a:off x="-9000" y="4637160"/>
            <a:ext cx="9153000" cy="506520"/>
          </a:xfrm>
          <a:prstGeom prst="rect">
            <a:avLst/>
          </a:prstGeom>
          <a:noFill/>
          <a:ln w="12600">
            <a:noFill/>
          </a:ln>
        </p:spPr>
      </p:pic>
      <p:cxnSp>
        <p:nvCxnSpPr>
          <p:cNvPr id="78" name="Google Shape;34;p6"/>
          <p:cNvCxnSpPr/>
          <p:nvPr/>
        </p:nvCxnSpPr>
        <p:spPr>
          <a:xfrm>
            <a:off x="397800" y="702720"/>
            <a:ext cx="8348760" cy="360"/>
          </a:xfrm>
          <a:prstGeom prst="straightConnector1">
            <a:avLst/>
          </a:prstGeom>
          <a:ln w="9360">
            <a:solidFill>
              <a:srgbClr val="00a7e1"/>
            </a:solidFill>
            <a:round/>
          </a:ln>
        </p:spPr>
      </p:cxnSp>
      <p:sp>
        <p:nvSpPr>
          <p:cNvPr id="79" name="PlaceHolder 1"/>
          <p:cNvSpPr>
            <a:spLocks noGrp="1"/>
          </p:cNvSpPr>
          <p:nvPr>
            <p:ph type="title"/>
          </p:nvPr>
        </p:nvSpPr>
        <p:spPr>
          <a:xfrm>
            <a:off x="353520" y="53280"/>
            <a:ext cx="8348400" cy="574200"/>
          </a:xfrm>
          <a:prstGeom prst="rect">
            <a:avLst/>
          </a:prstGeom>
          <a:noFill/>
          <a:ln w="12600">
            <a:noFill/>
          </a:ln>
        </p:spPr>
        <p:txBody>
          <a:bodyPr lIns="91440" rIns="91440" tIns="91440" bIns="91440" anchor="t">
            <a:noAutofit/>
          </a:bodyPr>
          <a:p>
            <a:pPr indent="0" algn="ctr">
              <a:buNone/>
            </a:pPr>
            <a:endParaRPr b="0" lang="en-US" sz="4400" strike="noStrike" u="none">
              <a:solidFill>
                <a:srgbClr val="000000"/>
              </a:solidFill>
              <a:effectLst/>
              <a:uFillTx/>
              <a:latin typeface="Arial"/>
            </a:endParaRPr>
          </a:p>
        </p:txBody>
      </p:sp>
      <p:sp>
        <p:nvSpPr>
          <p:cNvPr id="80" name="PlaceHolder 2"/>
          <p:cNvSpPr>
            <a:spLocks noGrp="1"/>
          </p:cNvSpPr>
          <p:nvPr>
            <p:ph type="title"/>
          </p:nvPr>
        </p:nvSpPr>
        <p:spPr>
          <a:xfrm>
            <a:off x="353880" y="1378080"/>
            <a:ext cx="8346960" cy="31845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1" name="PlaceHolder 3"/>
          <p:cNvSpPr>
            <a:spLocks noGrp="1"/>
          </p:cNvSpPr>
          <p:nvPr>
            <p:ph type="dt" idx="17"/>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76396F3D-74FD-4A81-A64E-091D3D267873}"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82" name="PlaceHolder 4"/>
          <p:cNvSpPr>
            <a:spLocks noGrp="1"/>
          </p:cNvSpPr>
          <p:nvPr>
            <p:ph type="ftr" idx="18"/>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83" name="PlaceHolder 5"/>
          <p:cNvSpPr>
            <a:spLocks noGrp="1"/>
          </p:cNvSpPr>
          <p:nvPr>
            <p:ph type="sldNum" idx="19"/>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D3FF319-0AD5-4277-82B0-CCE6CB3DB9CE}"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7-twoObj-Double-Content">
    <p:bg>
      <p:bgPr>
        <a:solidFill>
          <a:srgbClr val="ffffff"/>
        </a:solidFill>
      </p:bgPr>
    </p:bg>
    <p:spTree>
      <p:nvGrpSpPr>
        <p:cNvPr id="1" name=""/>
        <p:cNvGrpSpPr/>
        <p:nvPr/>
      </p:nvGrpSpPr>
      <p:grpSpPr>
        <a:xfrm>
          <a:off x="0" y="0"/>
          <a:ext cx="0" cy="0"/>
          <a:chOff x="0" y="0"/>
          <a:chExt cx="0" cy="0"/>
        </a:xfrm>
      </p:grpSpPr>
      <p:pic>
        <p:nvPicPr>
          <p:cNvPr id="84" name="Google Shape;33;p6" descr="SIL_PPT_Footer.png"/>
          <p:cNvPicPr/>
          <p:nvPr/>
        </p:nvPicPr>
        <p:blipFill>
          <a:blip r:embed="rId2"/>
          <a:stretch/>
        </p:blipFill>
        <p:spPr>
          <a:xfrm>
            <a:off x="-9000" y="4637160"/>
            <a:ext cx="9153000" cy="506520"/>
          </a:xfrm>
          <a:prstGeom prst="rect">
            <a:avLst/>
          </a:prstGeom>
          <a:noFill/>
          <a:ln w="12600">
            <a:noFill/>
          </a:ln>
        </p:spPr>
      </p:pic>
      <p:sp>
        <p:nvSpPr>
          <p:cNvPr id="85"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86" name="PlaceHolder 2"/>
          <p:cNvSpPr>
            <a:spLocks noGrp="1"/>
          </p:cNvSpPr>
          <p:nvPr>
            <p:ph type="title"/>
          </p:nvPr>
        </p:nvSpPr>
        <p:spPr>
          <a:xfrm>
            <a:off x="628560" y="1017720"/>
            <a:ext cx="3867120" cy="35481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7" name="PlaceHolder 3"/>
          <p:cNvSpPr>
            <a:spLocks noGrp="1"/>
          </p:cNvSpPr>
          <p:nvPr>
            <p:ph type="title"/>
          </p:nvPr>
        </p:nvSpPr>
        <p:spPr>
          <a:xfrm>
            <a:off x="4648320" y="1017720"/>
            <a:ext cx="3867120" cy="35481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8" name="PlaceHolder 4"/>
          <p:cNvSpPr>
            <a:spLocks noGrp="1"/>
          </p:cNvSpPr>
          <p:nvPr>
            <p:ph type="dt" idx="20"/>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D57E024C-6A79-4C50-9C9A-DBAA243219E4}"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89" name="PlaceHolder 5"/>
          <p:cNvSpPr>
            <a:spLocks noGrp="1"/>
          </p:cNvSpPr>
          <p:nvPr>
            <p:ph type="ftr" idx="21"/>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90" name="PlaceHolder 6"/>
          <p:cNvSpPr>
            <a:spLocks noGrp="1"/>
          </p:cNvSpPr>
          <p:nvPr>
            <p:ph type="sldNum" idx="22"/>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F9BBABC-3DD0-4274-B3DE-54E74186CB8F}"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cxnSp>
        <p:nvCxnSpPr>
          <p:cNvPr id="91" name="Google Shape;34;p6"/>
          <p:cNvCxnSpPr/>
          <p:nvPr/>
        </p:nvCxnSpPr>
        <p:spPr>
          <a:xfrm>
            <a:off x="397800" y="943920"/>
            <a:ext cx="8348760" cy="360"/>
          </a:xfrm>
          <a:prstGeom prst="straightConnector1">
            <a:avLst/>
          </a:prstGeom>
          <a:ln w="9360">
            <a:solidFill>
              <a:srgbClr val="00a7e1"/>
            </a:solidFill>
            <a:round/>
          </a:ln>
        </p:spPr>
      </p:cxnSp>
      <p:sp>
        <p:nvSpPr>
          <p:cNvPr id="92" name="PlaceHolder 7"/>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subTitle"/>
          </p:nvPr>
        </p:nvSpPr>
        <p:spPr>
          <a:xfrm>
            <a:off x="795600" y="3487320"/>
            <a:ext cx="8242200" cy="650160"/>
          </a:xfrm>
          <a:prstGeom prst="rect">
            <a:avLst/>
          </a:prstGeom>
          <a:noFill/>
          <a:ln w="12600">
            <a:noFill/>
          </a:ln>
        </p:spPr>
        <p:txBody>
          <a:bodyPr lIns="0" rIns="91440" tIns="45720" bIns="45720" anchor="t">
            <a:noAutofit/>
          </a:bodyPr>
          <a:p>
            <a:pPr marL="228600" indent="-228600">
              <a:lnSpc>
                <a:spcPct val="100000"/>
              </a:lnSpc>
            </a:pPr>
            <a:r>
              <a:rPr b="0" lang="en-US" sz="3200" strike="noStrike" u="none">
                <a:solidFill>
                  <a:srgbClr val="00a7e1"/>
                </a:solidFill>
                <a:effectLst/>
                <a:uFillTx/>
                <a:latin typeface="Source Sans Pro SemiBold"/>
                <a:ea typeface="Source Sans Pro SemiBold"/>
              </a:rPr>
              <a:t>with Claude Code and others</a:t>
            </a:r>
            <a:endParaRPr b="0" lang="en-US" sz="3200" strike="noStrike" u="none">
              <a:solidFill>
                <a:srgbClr val="000000"/>
              </a:solidFill>
              <a:effectLst/>
              <a:uFillTx/>
              <a:latin typeface="Arial"/>
            </a:endParaRPr>
          </a:p>
        </p:txBody>
      </p:sp>
      <p:sp>
        <p:nvSpPr>
          <p:cNvPr id="94" name="PlaceHolder 2"/>
          <p:cNvSpPr>
            <a:spLocks noGrp="1"/>
          </p:cNvSpPr>
          <p:nvPr>
            <p:ph type="title"/>
          </p:nvPr>
        </p:nvSpPr>
        <p:spPr>
          <a:xfrm>
            <a:off x="807480" y="2639160"/>
            <a:ext cx="7984440" cy="749520"/>
          </a:xfrm>
          <a:prstGeom prst="rect">
            <a:avLst/>
          </a:prstGeom>
          <a:noFill/>
          <a:ln w="12600">
            <a:noFill/>
          </a:ln>
        </p:spPr>
        <p:txBody>
          <a:bodyPr lIns="0" rIns="91440" tIns="45720" bIns="45720" anchor="b">
            <a:noAutofit/>
          </a:bodyPr>
          <a:p>
            <a:pPr indent="0">
              <a:lnSpc>
                <a:spcPct val="90000"/>
              </a:lnSpc>
              <a:buNone/>
            </a:pPr>
            <a:r>
              <a:rPr b="0" lang="en-US" sz="4800" strike="noStrike" u="none">
                <a:solidFill>
                  <a:srgbClr val="005cb9"/>
                </a:solidFill>
                <a:effectLst/>
                <a:uFillTx/>
                <a:latin typeface="Source Sans Pro SemiBold"/>
                <a:ea typeface="Source Sans Pro SemiBold"/>
              </a:rPr>
              <a:t>Vibe Coding</a:t>
            </a:r>
            <a:endParaRPr b="0" lang="en-US" sz="4800" strike="noStrike" u="none">
              <a:solidFill>
                <a:srgbClr val="000000"/>
              </a:solidFill>
              <a:effectLst/>
              <a:uFillTx/>
              <a:latin typeface="Arial"/>
            </a:endParaRPr>
          </a:p>
        </p:txBody>
      </p:sp>
      <p:sp>
        <p:nvSpPr>
          <p:cNvPr id="95" name="PlaceHolder 3"/>
          <p:cNvSpPr>
            <a:spLocks noGrp="1"/>
          </p:cNvSpPr>
          <p:nvPr>
            <p:ph/>
          </p:nvPr>
        </p:nvSpPr>
        <p:spPr>
          <a:xfrm>
            <a:off x="743400" y="4236120"/>
            <a:ext cx="7609320" cy="399240"/>
          </a:xfrm>
          <a:prstGeom prst="rect">
            <a:avLst/>
          </a:prstGeom>
          <a:noFill/>
          <a:ln w="12600">
            <a:noFill/>
          </a:ln>
        </p:spPr>
        <p:txBody>
          <a:bodyPr lIns="91440" rIns="91440" tIns="91440" bIns="91440" anchor="t">
            <a:normAutofit fontScale="77500" lnSpcReduction="19999"/>
          </a:bodyPr>
          <a:p>
            <a:pPr marL="114480" indent="0">
              <a:lnSpc>
                <a:spcPct val="90000"/>
              </a:lnSpc>
            </a:pPr>
            <a:r>
              <a:rPr b="0" lang="en-US" sz="2400" strike="noStrike" u="none">
                <a:solidFill>
                  <a:srgbClr val="005cb9"/>
                </a:solidFill>
                <a:effectLst/>
                <a:uFillTx/>
                <a:latin typeface="Source Sans Pro"/>
                <a:ea typeface="Source Sans Pro"/>
              </a:rPr>
              <a:t>Matthew Lee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Starting Point</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2800" strike="noStrike" u="none">
                <a:solidFill>
                  <a:srgbClr val="00a7e1"/>
                </a:solidFill>
                <a:effectLst/>
                <a:uFillTx/>
                <a:latin typeface="Source Sans Pro SemiBold"/>
                <a:ea typeface="Source Sans Pro SemiBold"/>
              </a:rPr>
              <a:t>Have you ever wished ChatGPT could do it for you?</a:t>
            </a:r>
            <a:endParaRPr b="0" lang="en-US" sz="2800" strike="noStrike" u="none">
              <a:solidFill>
                <a:srgbClr val="000000"/>
              </a:solidFill>
              <a:effectLst/>
              <a:uFillTx/>
              <a:latin typeface="Arial"/>
            </a:endParaRPr>
          </a:p>
        </p:txBody>
      </p:sp>
      <p:sp>
        <p:nvSpPr>
          <p:cNvPr id="98"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It suggests creating 3 files, and you have to create and paste them to test.</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When making changes, you copy back and forth, and things that were working get broken.</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General Vibe Coding Platforms</a:t>
            </a:r>
            <a:endParaRPr b="0" lang="en-US" sz="3000" strike="noStrike" u="none">
              <a:solidFill>
                <a:srgbClr val="000000"/>
              </a:solidFill>
              <a:effectLst/>
              <a:uFillTx/>
              <a:latin typeface="Arial"/>
            </a:endParaRPr>
          </a:p>
        </p:txBody>
      </p:sp>
      <p:sp>
        <p:nvSpPr>
          <p:cNvPr id="100" name="PlaceHolder 2"/>
          <p:cNvSpPr>
            <a:spLocks noGrp="1"/>
          </p:cNvSpPr>
          <p:nvPr>
            <p:ph/>
          </p:nvPr>
        </p:nvSpPr>
        <p:spPr>
          <a:xfrm>
            <a:off x="122040" y="1017720"/>
            <a:ext cx="4374000" cy="3379320"/>
          </a:xfrm>
          <a:prstGeom prst="rect">
            <a:avLst/>
          </a:prstGeom>
          <a:noFill/>
          <a:ln w="12600">
            <a:noFill/>
          </a:ln>
        </p:spPr>
        <p:txBody>
          <a:bodyPr lIns="91440" rIns="91440" tIns="91440" bIns="91440" anchor="t">
            <a:normAutofit lnSpcReduction="9999"/>
          </a:bodyPr>
          <a:p>
            <a:pPr indent="0">
              <a:lnSpc>
                <a:spcPct val="90000"/>
              </a:lnSpc>
              <a:spcBef>
                <a:spcPts val="1001"/>
              </a:spcBef>
            </a:pPr>
            <a:r>
              <a:rPr b="1" lang="en-US" sz="2000" strike="noStrike" u="none">
                <a:solidFill>
                  <a:srgbClr val="005cb9"/>
                </a:solidFill>
                <a:effectLst/>
                <a:uFillTx/>
                <a:latin typeface="Source Sans Pro"/>
                <a:ea typeface="Source Sans Pro"/>
              </a:rPr>
              <a:t>Branded</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Claude Code (Anthropic)</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Gemini CLI (Google)</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Codex (OpenAI)</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Copilot (Microsoft)</a:t>
            </a:r>
            <a:endParaRPr b="0" lang="en-US" sz="2000" strike="noStrike" u="none">
              <a:solidFill>
                <a:srgbClr val="000000"/>
              </a:solidFill>
              <a:effectLst/>
              <a:uFillTx/>
              <a:latin typeface="Arial"/>
            </a:endParaRPr>
          </a:p>
          <a:p>
            <a:pPr indent="0">
              <a:lnSpc>
                <a:spcPct val="90000"/>
              </a:lnSpc>
              <a:spcBef>
                <a:spcPts val="1001"/>
              </a:spcBef>
            </a:pPr>
            <a:r>
              <a:rPr b="1" lang="en-US" sz="2000" strike="noStrike" u="none">
                <a:solidFill>
                  <a:srgbClr val="005cb9"/>
                </a:solidFill>
                <a:effectLst/>
                <a:uFillTx/>
                <a:latin typeface="Source Sans Pro"/>
                <a:ea typeface="Source Sans Pro"/>
              </a:rPr>
              <a:t>Mixed Model</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Cursor (pay for usage)</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Continue</a:t>
            </a:r>
            <a:endParaRPr b="0" lang="en-US" sz="2000" strike="noStrike" u="none">
              <a:solidFill>
                <a:srgbClr val="000000"/>
              </a:solidFill>
              <a:effectLst/>
              <a:uFillTx/>
              <a:latin typeface="Arial"/>
            </a:endParaRPr>
          </a:p>
          <a:p>
            <a:pPr marL="228600" indent="-228600">
              <a:lnSpc>
                <a:spcPct val="90000"/>
              </a:lnSpc>
              <a:spcBef>
                <a:spcPts val="1001"/>
              </a:spcBef>
              <a:buNone/>
            </a:pPr>
            <a:r>
              <a:rPr b="1" lang="en-US" sz="2000" strike="noStrike" u="none">
                <a:solidFill>
                  <a:srgbClr val="005cb9"/>
                </a:solidFill>
                <a:effectLst/>
                <a:uFillTx/>
                <a:latin typeface="Source Sans Pro"/>
                <a:ea typeface="Source Sans Pro"/>
              </a:rPr>
              <a:t> </a:t>
            </a:r>
            <a:endParaRPr b="0" lang="en-US" sz="2000" strike="noStrike" u="none">
              <a:solidFill>
                <a:srgbClr val="000000"/>
              </a:solidFill>
              <a:effectLst/>
              <a:uFillTx/>
              <a:latin typeface="Arial"/>
            </a:endParaRPr>
          </a:p>
        </p:txBody>
      </p:sp>
      <p:sp>
        <p:nvSpPr>
          <p:cNvPr id="101" name="PlaceHolder 3"/>
          <p:cNvSpPr>
            <a:spLocks noGrp="1"/>
          </p:cNvSpPr>
          <p:nvPr>
            <p:ph/>
          </p:nvPr>
        </p:nvSpPr>
        <p:spPr>
          <a:xfrm>
            <a:off x="4648320" y="1017720"/>
            <a:ext cx="3867120" cy="354816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There are MANY more.</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Bolt</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Lovable</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Windsurf</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etc…</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Workflow</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Ethos</a:t>
            </a:r>
            <a:endParaRPr b="0" lang="en-US" sz="3000" strike="noStrike" u="none">
              <a:solidFill>
                <a:srgbClr val="000000"/>
              </a:solidFill>
              <a:effectLst/>
              <a:uFillTx/>
              <a:latin typeface="Arial"/>
            </a:endParaRPr>
          </a:p>
        </p:txBody>
      </p:sp>
      <p:sp>
        <p:nvSpPr>
          <p:cNvPr id="104"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Give it every instruction you would give a junior dev. It “knows” coding but doesn’t know your context.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If you can show AI what good work looks like, it can do good work.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My Vibe Coding Workflow - Planning</a:t>
            </a:r>
            <a:endParaRPr b="0" lang="en-US" sz="3000" strike="noStrike" u="none">
              <a:solidFill>
                <a:srgbClr val="000000"/>
              </a:solidFill>
              <a:effectLst/>
              <a:uFillTx/>
              <a:latin typeface="Arial"/>
            </a:endParaRPr>
          </a:p>
        </p:txBody>
      </p:sp>
      <p:sp>
        <p:nvSpPr>
          <p:cNvPr id="106"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To manage limited credits, plan in a bot that will not be doing the work. Claude, Chat GPT, Gemini, NotebookLM.</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Research and make an initial plan.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Define that plan, with goals, frameworks, and tests.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Output this plan as a specification “spec” markdown file</a:t>
            </a:r>
            <a:r>
              <a:rPr b="1" lang="en-US" sz="2400" strike="noStrike" u="none">
                <a:solidFill>
                  <a:srgbClr val="005cb9"/>
                </a:solidFill>
                <a:effectLst/>
                <a:uFillTx/>
                <a:latin typeface="Source Sans Pro"/>
                <a:ea typeface="Source Sans Pro"/>
              </a:rPr>
              <a:t>.</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My Vibe Coding Workflow - Implementation</a:t>
            </a:r>
            <a:endParaRPr b="0" lang="en-US" sz="3000" strike="noStrike" u="none">
              <a:solidFill>
                <a:srgbClr val="000000"/>
              </a:solidFill>
              <a:effectLst/>
              <a:uFillTx/>
              <a:latin typeface="Arial"/>
            </a:endParaRPr>
          </a:p>
        </p:txBody>
      </p:sp>
      <p:sp>
        <p:nvSpPr>
          <p:cNvPr id="108"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Ask the bot to initialize on the spec file and make an implementation plan of phases with checklists. Tell it to work step by step.</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Commit starting code to GitHub.</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Ask it what it needs to know from you to complete phase 1.</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Have it complete and test phase 1.</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Review and commit phase 1 to GitHub</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Verify the results and start phase 2…</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Vibe Coding Tools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Claude Code (Anthropic)</a:t>
            </a:r>
            <a:endParaRPr b="0" lang="en-US" sz="3000" strike="noStrike" u="none">
              <a:solidFill>
                <a:srgbClr val="000000"/>
              </a:solidFill>
              <a:effectLst/>
              <a:uFillTx/>
              <a:latin typeface="Arial"/>
            </a:endParaRPr>
          </a:p>
        </p:txBody>
      </p:sp>
      <p:sp>
        <p:nvSpPr>
          <p:cNvPr id="111" name="PlaceHolder 2"/>
          <p:cNvSpPr>
            <a:spLocks noGrp="1"/>
          </p:cNvSpPr>
          <p:nvPr>
            <p:ph/>
          </p:nvPr>
        </p:nvSpPr>
        <p:spPr>
          <a:xfrm>
            <a:off x="397800" y="872280"/>
            <a:ext cx="8289000" cy="3565440"/>
          </a:xfrm>
          <a:prstGeom prst="rect">
            <a:avLst/>
          </a:prstGeom>
          <a:noFill/>
          <a:ln w="12600">
            <a:noFill/>
          </a:ln>
        </p:spPr>
        <p:txBody>
          <a:bodyPr lIns="91440" rIns="91440" tIns="91440" bIns="91440" anchor="t">
            <a:normAutofit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IMO: the clear winner for quality and skills.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Out of the box, it can and will plan, build, reason and test.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 only disadvantage I have seen is cost related limits.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It does what a human would do to fix a problem. To fix a problem, it will read code, run a service, check the database, check the logs, make a change, restart the service, and check the logs again.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For someone spending less than 30% of your time coding, the $20 plan may be sufficient.</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Gemini CLI (Google)</a:t>
            </a:r>
            <a:endParaRPr b="0" lang="en-US" sz="3000" strike="noStrike" u="none">
              <a:solidFill>
                <a:srgbClr val="000000"/>
              </a:solidFill>
              <a:effectLst/>
              <a:uFillTx/>
              <a:latin typeface="Arial"/>
            </a:endParaRPr>
          </a:p>
        </p:txBody>
      </p:sp>
      <p:sp>
        <p:nvSpPr>
          <p:cNvPr id="113" name="PlaceHolder 2"/>
          <p:cNvSpPr>
            <a:spLocks noGrp="1"/>
          </p:cNvSpPr>
          <p:nvPr>
            <p:ph/>
          </p:nvPr>
        </p:nvSpPr>
        <p:spPr>
          <a:xfrm>
            <a:off x="397800" y="779040"/>
            <a:ext cx="8289000" cy="3799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 newest of these tools.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Large context, generous free plan. You can have multiple accounts.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Great for a proof of concept. Great backup for medium edits.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400" strike="noStrike" u="none">
                <a:solidFill>
                  <a:srgbClr val="005cb9"/>
                </a:solidFill>
                <a:effectLst/>
                <a:uFillTx/>
                <a:latin typeface="Source Sans Pro"/>
                <a:ea typeface="Source Sans Pro"/>
              </a:rPr>
              <a:t>Main disadvantage: </a:t>
            </a:r>
            <a:r>
              <a:rPr b="0" lang="en-US" sz="2400" strike="noStrike" u="none">
                <a:solidFill>
                  <a:srgbClr val="005cb9"/>
                </a:solidFill>
                <a:effectLst/>
                <a:uFillTx/>
                <a:latin typeface="Source Sans Pro"/>
                <a:ea typeface="Source Sans Pro"/>
              </a:rPr>
              <a:t>Struggles OFTEN with making large replacements (like indenting a big block in Python) and breaks files.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After multiple tasks in a work session, it switches to the Flash-Lite model for the rest of the time.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Codex (OpenAI)</a:t>
            </a:r>
            <a:endParaRPr b="0" lang="en-US" sz="3000" strike="noStrike" u="none">
              <a:solidFill>
                <a:srgbClr val="000000"/>
              </a:solidFill>
              <a:effectLst/>
              <a:uFillTx/>
              <a:latin typeface="Arial"/>
            </a:endParaRPr>
          </a:p>
        </p:txBody>
      </p:sp>
      <p:sp>
        <p:nvSpPr>
          <p:cNvPr id="115"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Some usage of Codex comes with your ChatGPT subscription.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Codex (like ChatGPT) seems to be more focused on helping you do the process than doing it for you.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400" strike="noStrike" u="none">
                <a:solidFill>
                  <a:srgbClr val="005cb9"/>
                </a:solidFill>
                <a:effectLst/>
                <a:uFillTx/>
                <a:latin typeface="Source Sans Pro"/>
                <a:ea typeface="Source Sans Pro"/>
              </a:rPr>
              <a:t>Main disadvantage: </a:t>
            </a:r>
            <a:r>
              <a:rPr b="0" lang="en-US" sz="2400" strike="noStrike" u="none">
                <a:solidFill>
                  <a:srgbClr val="005cb9"/>
                </a:solidFill>
                <a:effectLst/>
                <a:uFillTx/>
                <a:latin typeface="Source Sans Pro"/>
                <a:ea typeface="Source Sans Pro"/>
              </a:rPr>
              <a:t>Without MCPs, Codex won’t often attempt to do troubleshooting by reading referenced files outside the folder, restarting services, reading logs, etc. It prefers to stick to the files in the folder and have  you run commands/scripts.</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GitHub Copilot (Microsoft)</a:t>
            </a:r>
            <a:endParaRPr b="0" lang="en-US" sz="3000" strike="noStrike" u="none">
              <a:solidFill>
                <a:srgbClr val="000000"/>
              </a:solidFill>
              <a:effectLst/>
              <a:uFillTx/>
              <a:latin typeface="Arial"/>
            </a:endParaRPr>
          </a:p>
        </p:txBody>
      </p:sp>
      <p:sp>
        <p:nvSpPr>
          <p:cNvPr id="117"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Some usage of GitHub Copilot is free. Subscriptions are cheap.</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Great for code completion when editing code yourself. It recognizes patterns and suggests the next step.</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MCPs</a:t>
            </a:r>
            <a:endParaRPr b="0" lang="en-US" sz="3000" strike="noStrike" u="none">
              <a:solidFill>
                <a:srgbClr val="000000"/>
              </a:solidFill>
              <a:effectLst/>
              <a:uFillTx/>
              <a:latin typeface="Arial"/>
            </a:endParaRPr>
          </a:p>
        </p:txBody>
      </p:sp>
      <p:sp>
        <p:nvSpPr>
          <p:cNvPr id="119"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Github- Proper interaction and research</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Context7- (Up-to-date Documentation)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Many, many more.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Managing Credits and Context</a:t>
            </a:r>
            <a:endParaRPr b="0" lang="en-US" sz="3000" strike="noStrike" u="none">
              <a:solidFill>
                <a:srgbClr val="000000"/>
              </a:solidFill>
              <a:effectLst/>
              <a:uFillTx/>
              <a:latin typeface="Arial"/>
            </a:endParaRPr>
          </a:p>
        </p:txBody>
      </p:sp>
      <p:sp>
        <p:nvSpPr>
          <p:cNvPr id="121"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fontScale="92500"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Most tools have a powerful (expensive) thinking model and simpler (cheaper) models.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In an Agentic system, you typically want those powerful models to be managers (keeping the context of the entire project) and smaller models can be used for individual tasks.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While it’s helpful for your main agent to “know” what it has already done, this makes it more expensive for doing smaller tasks. If a sub-project can be self contained, run it in a sub-agent or a sub-task and give it only the context it needs.</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Permissions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2400" strike="noStrike" u="none">
                <a:solidFill>
                  <a:srgbClr val="00a7e1"/>
                </a:solidFill>
                <a:effectLst/>
                <a:uFillTx/>
                <a:latin typeface="Source Sans Pro SemiBold"/>
                <a:ea typeface="Source Sans Pro SemiBold"/>
              </a:rPr>
              <a:t>Typically, these agents ask permission for everything.</a:t>
            </a:r>
            <a:endParaRPr b="0" lang="en-US" sz="2400" strike="noStrike" u="none">
              <a:solidFill>
                <a:srgbClr val="000000"/>
              </a:solidFill>
              <a:effectLst/>
              <a:uFillTx/>
              <a:latin typeface="Arial"/>
            </a:endParaRPr>
          </a:p>
        </p:txBody>
      </p:sp>
      <p:sp>
        <p:nvSpPr>
          <p:cNvPr id="124"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This is a safeguard.</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You can whitelist certain classes of actions.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Most have a “YOLO” mode.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Final thoughts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Do</a:t>
            </a:r>
            <a:endParaRPr b="0" lang="en-US" sz="3000" strike="noStrike" u="none">
              <a:solidFill>
                <a:srgbClr val="000000"/>
              </a:solidFill>
              <a:effectLst/>
              <a:uFillTx/>
              <a:latin typeface="Arial"/>
            </a:endParaRPr>
          </a:p>
        </p:txBody>
      </p:sp>
      <p:sp>
        <p:nvSpPr>
          <p:cNvPr id="127" name="PlaceHolder 2"/>
          <p:cNvSpPr>
            <a:spLocks noGrp="1"/>
          </p:cNvSpPr>
          <p:nvPr>
            <p:ph/>
          </p:nvPr>
        </p:nvSpPr>
        <p:spPr>
          <a:xfrm>
            <a:off x="113040" y="1013040"/>
            <a:ext cx="9030960" cy="3565440"/>
          </a:xfrm>
          <a:prstGeom prst="rect">
            <a:avLst/>
          </a:prstGeom>
          <a:noFill/>
          <a:ln w="12600">
            <a:noFill/>
          </a:ln>
        </p:spPr>
        <p:txBody>
          <a:bodyPr lIns="91440" rIns="91440" tIns="91440" bIns="91440" anchor="t">
            <a:normAutofit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Git for versioning. If you’re not closely following every edit, at least review the code before each commit.</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Work on a dev copy, files and database, for mission critical things.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pre-commit checks and linting. They don’t cost you anything and help create cleaner code.</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virtual environments to avoid dependency hell (venv and conda for Python, nodeenv for nodejs).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Unless you plan to only work in Windows, develop in Linux or WSL.</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Avoid</a:t>
            </a:r>
            <a:endParaRPr b="0" lang="en-US" sz="3000" strike="noStrike" u="none">
              <a:solidFill>
                <a:srgbClr val="000000"/>
              </a:solidFill>
              <a:effectLst/>
              <a:uFillTx/>
              <a:latin typeface="Arial"/>
            </a:endParaRPr>
          </a:p>
        </p:txBody>
      </p:sp>
      <p:sp>
        <p:nvSpPr>
          <p:cNvPr id="129"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Avoid making sweeping changes and invalidating your spec later. Do the planning work up front instead.</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Unless proper tests were created and are used, changing the project goal is likely to break things.</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989</TotalTime>
  <Application>Microsoft Office PowerPoint</Application>
  <AppVersion>15.0000</AppVersion>
  <Words>872</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Matthew Lee</dc:creator>
  <dc:description/>
  <dc:language>en-US</dc:language>
  <cp:lastModifiedBy>Lee, Matthew</cp:lastModifiedBy>
  <dcterms:modified xsi:type="dcterms:W3CDTF">2025-11-04T18:00:28Z</dcterms:modified>
  <cp:revision>44</cp:revision>
  <dc:subject/>
  <dc:title>SIL Slides Master 2019</dc:title>
</cp:coreProperties>
</file>