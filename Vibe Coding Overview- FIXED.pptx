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9.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Master1-Custom-Design">
    <p:bg>
      <p:bgPr>
        <a:solidFill>
          <a:srgbClr val="ffffff"/>
        </a:solidFill>
      </p:bgPr>
    </p:bg>
    <p:spTree>
      <p:nvGrpSpPr>
        <p:cNvPr id="1" name=""/>
        <p:cNvGrpSpPr/>
        <p:nvPr/>
      </p:nvGrpSpPr>
      <p:grpSpPr>
        <a:xfrm>
          <a:off x="0" y="0"/>
          <a:ext cx="0" cy="0"/>
          <a:chOff x="0" y="0"/>
          <a:chExt cx="0" cy="0"/>
        </a:xfrm>
      </p:grpSpPr>
      <p:pic>
        <p:nvPicPr>
          <p:cNvPr id="0" name="Google Shape;33;p6" descr="SIL_PPT_Footer.png"/>
          <p:cNvPicPr/>
          <p:nvPr/>
        </p:nvPicPr>
        <p:blipFill>
          <a:blip r:embed="rId2"/>
          <a:stretch/>
        </p:blipFill>
        <p:spPr>
          <a:xfrm>
            <a:off x="-9000" y="4637160"/>
            <a:ext cx="9153000" cy="506520"/>
          </a:xfrm>
          <a:prstGeom prst="rect">
            <a:avLst/>
          </a:prstGeom>
          <a:noFill/>
          <a:ln w="12600">
            <a:noFill/>
          </a:ln>
        </p:spPr>
      </p:pic>
      <p:sp>
        <p:nvSpPr>
          <p:cNvPr id="1" name="PlaceHolder 1"/>
          <p:cNvSpPr>
            <a:spLocks noGrp="1"/>
          </p:cNvSpPr>
          <p:nvPr>
            <p:ph type="title"/>
          </p:nvPr>
        </p:nvSpPr>
        <p:spPr>
          <a:xfrm>
            <a:off x="628560" y="274680"/>
            <a:ext cx="788688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Click to edit Master title style</a:t>
            </a:r>
            <a:endParaRPr b="0" lang="en-US" sz="3000" strike="noStrike" u="none">
              <a:solidFill>
                <a:srgbClr val="000000"/>
              </a:solidFill>
              <a:effectLst/>
              <a:uFillTx/>
              <a:latin typeface="Arial"/>
            </a:endParaRPr>
          </a:p>
        </p:txBody>
      </p:sp>
      <p:sp>
        <p:nvSpPr>
          <p:cNvPr id="2" name="PlaceHolder 2"/>
          <p:cNvSpPr>
            <a:spLocks noGrp="1"/>
          </p:cNvSpPr>
          <p:nvPr>
            <p:ph type="body"/>
          </p:nvPr>
        </p:nvSpPr>
        <p:spPr>
          <a:xfrm>
            <a:off x="628560" y="1013040"/>
            <a:ext cx="7886880" cy="3619440"/>
          </a:xfrm>
          <a:prstGeom prst="rect">
            <a:avLst/>
          </a:prstGeom>
          <a:noFill/>
          <a:ln w="12600">
            <a:noFill/>
          </a:ln>
        </p:spPr>
        <p:txBody>
          <a:bodyPr lIns="91440" rIns="91440" tIns="91440" bIns="91440" anchor="t">
            <a:normAutofit/>
          </a:bodyPr>
          <a:p>
            <a:pPr marL="457200" indent="-380880">
              <a:lnSpc>
                <a:spcPct val="100000"/>
              </a:lnSpc>
              <a:buClr>
                <a:srgbClr val="000000"/>
              </a:buClr>
              <a:buSzPct val="45000"/>
              <a:buFont typeface="Wingdings" charset="2"/>
              <a:buChar char=""/>
            </a:pPr>
            <a:r>
              <a:rPr b="0" lang="en-US" sz="2400" strike="noStrike" u="none">
                <a:solidFill>
                  <a:srgbClr val="005cb9"/>
                </a:solidFill>
                <a:effectLst/>
                <a:uFillTx/>
                <a:latin typeface="Source Sans Pro"/>
                <a:ea typeface="Source Sans Pro"/>
              </a:rPr>
              <a:t>Click to edit Master text styles</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SzPct val="75000"/>
              <a:buFont typeface="Symbol" charset="2"/>
              <a:buChar char=""/>
            </a:pPr>
            <a:r>
              <a:rPr b="0" lang="en-US" sz="2400" strike="noStrike" u="none">
                <a:solidFill>
                  <a:srgbClr val="005cb9"/>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90000"/>
              </a:lnSpc>
              <a:spcBef>
                <a:spcPts val="499"/>
              </a:spcBef>
              <a:buClr>
                <a:srgbClr val="000000"/>
              </a:buClr>
              <a:buSzPct val="45000"/>
              <a:buFont typeface="Wingdings" charset="2"/>
              <a:buChar char=""/>
            </a:pPr>
            <a:r>
              <a:rPr b="0" lang="en-US" sz="2000" strike="noStrike" u="none">
                <a:solidFill>
                  <a:srgbClr val="005cb9"/>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90000"/>
              </a:lnSpc>
              <a:spcBef>
                <a:spcPts val="499"/>
              </a:spcBef>
              <a:buClr>
                <a:srgbClr val="000000"/>
              </a:buClr>
              <a:buSzPct val="75000"/>
              <a:buFont typeface="Symbol" charset="2"/>
              <a:buChar char=""/>
            </a:pPr>
            <a:r>
              <a:rPr b="0" lang="en-US" sz="1800" strike="noStrike" u="none">
                <a:solidFill>
                  <a:srgbClr val="005cb9"/>
                </a:solidFill>
                <a:effectLst/>
                <a:uFillTx/>
                <a:latin typeface="Calibri"/>
              </a:rPr>
              <a:t>Fourth level</a:t>
            </a:r>
            <a:endParaRPr b="0" lang="en-US" sz="1800" strike="noStrike" u="none">
              <a:solidFill>
                <a:srgbClr val="000000"/>
              </a:solidFill>
              <a:effectLst/>
              <a:uFillTx/>
              <a:latin typeface="Arial"/>
            </a:endParaRPr>
          </a:p>
          <a:p>
            <a:pPr lvl="4" marL="2057400" indent="-228600">
              <a:lnSpc>
                <a:spcPct val="90000"/>
              </a:lnSpc>
              <a:spcBef>
                <a:spcPts val="499"/>
              </a:spcBef>
              <a:buClr>
                <a:srgbClr val="000000"/>
              </a:buClr>
              <a:buSzPct val="45000"/>
              <a:buFont typeface="Wingdings" charset="2"/>
              <a:buChar char=""/>
            </a:pPr>
            <a:r>
              <a:rPr b="0" lang="en-US" sz="1800" strike="noStrike" u="none">
                <a:solidFill>
                  <a:srgbClr val="005cb9"/>
                </a:solidFill>
                <a:effectLst/>
                <a:uFillTx/>
                <a:latin typeface="Calibri"/>
              </a:rPr>
              <a:t>Fifth level</a:t>
            </a:r>
            <a:endParaRPr b="0" lang="en-US" sz="1800" strike="noStrike" u="none">
              <a:solidFill>
                <a:srgbClr val="000000"/>
              </a:solidFill>
              <a:effectLst/>
              <a:uFillTx/>
              <a:latin typeface="Arial"/>
            </a:endParaRPr>
          </a:p>
        </p:txBody>
      </p:sp>
      <p:sp>
        <p:nvSpPr>
          <p:cNvPr id="3" name="PlaceHolder 3"/>
          <p:cNvSpPr>
            <a:spLocks noGrp="1"/>
          </p:cNvSpPr>
          <p:nvPr>
            <p:ph type="dt" idx="1"/>
          </p:nvPr>
        </p:nvSpPr>
        <p:spPr>
          <a:xfrm>
            <a:off x="628560" y="4767120"/>
            <a:ext cx="2057400" cy="274680"/>
          </a:xfrm>
          <a:prstGeom prst="rect">
            <a:avLst/>
          </a:prstGeom>
          <a:noFill/>
          <a:ln w="12600">
            <a:noFill/>
          </a:ln>
        </p:spPr>
        <p:txBody>
          <a:bodyPr lIns="91440" rIns="91440" tIns="45720" bIns="45720" anchor="ctr">
            <a:noAutofit/>
          </a:bodyPr>
          <a:lstStyle>
            <a:lvl1pPr indent="0">
              <a:lnSpc>
                <a:spcPct val="100000"/>
              </a:lnSpc>
              <a:buNone/>
              <a:defRPr b="0" lang="en-US" sz="1200" strike="noStrike" u="none">
                <a:solidFill>
                  <a:srgbClr val="d9d9d9"/>
                </a:solidFill>
                <a:effectLst/>
                <a:uFillTx/>
                <a:latin typeface="Arial"/>
                <a:ea typeface="Arial"/>
              </a:defRPr>
            </a:lvl1pPr>
          </a:lstStyle>
          <a:p>
            <a:pPr indent="0">
              <a:lnSpc>
                <a:spcPct val="100000"/>
              </a:lnSpc>
              <a:buNone/>
            </a:pPr>
            <a:fld id="{877B6FB1-51EF-42CB-B7D2-EF765B1BA9C1}" type="datetime">
              <a:rPr b="0" lang="en-US" sz="1200" strike="noStrike" u="none">
                <a:solidFill>
                  <a:srgbClr val="d9d9d9"/>
                </a:solidFill>
                <a:effectLst/>
                <a:uFillTx/>
                <a:latin typeface="Arial"/>
                <a:ea typeface="Arial"/>
              </a:rPr>
              <a:t>11/4/25</a:t>
            </a:fld>
            <a:endParaRPr b="0" lang="en-US" sz="1200" strike="noStrike" u="none">
              <a:solidFill>
                <a:srgbClr val="000000"/>
              </a:solidFill>
              <a:effectLst/>
              <a:uFillTx/>
              <a:latin typeface="Times New Roman"/>
            </a:endParaRPr>
          </a:p>
        </p:txBody>
      </p:sp>
      <p:sp>
        <p:nvSpPr>
          <p:cNvPr id="4" name="PlaceHolder 4"/>
          <p:cNvSpPr>
            <a:spLocks noGrp="1"/>
          </p:cNvSpPr>
          <p:nvPr>
            <p:ph type="ftr" idx="2"/>
          </p:nvPr>
        </p:nvSpPr>
        <p:spPr>
          <a:xfrm>
            <a:off x="3029040" y="4767120"/>
            <a:ext cx="3085920" cy="274680"/>
          </a:xfrm>
          <a:prstGeom prst="rect">
            <a:avLst/>
          </a:prstGeom>
          <a:noFill/>
          <a:ln w="12600">
            <a:noFill/>
          </a:ln>
        </p:spPr>
        <p:txBody>
          <a:bodyPr lIns="91440" rIns="91440" tIns="45720" bIns="45720" anchor="ctr" anchorCtr="1">
            <a:noAutofit/>
          </a:bodyPr>
          <a:p>
            <a:pPr indent="0">
              <a:buNone/>
            </a:pPr>
            <a:endParaRPr b="0" lang="en-US" sz="2400" strike="noStrike" u="none">
              <a:solidFill>
                <a:srgbClr val="000000"/>
              </a:solidFill>
              <a:effectLst/>
              <a:uFillTx/>
              <a:latin typeface="Times New Roman"/>
            </a:endParaRPr>
          </a:p>
        </p:txBody>
      </p:sp>
      <p:sp>
        <p:nvSpPr>
          <p:cNvPr id="5" name="PlaceHolder 5"/>
          <p:cNvSpPr>
            <a:spLocks noGrp="1"/>
          </p:cNvSpPr>
          <p:nvPr>
            <p:ph type="sldNum" idx="3"/>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45D5D81A-BC41-4722-85CC-445501FDF04A}"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Master1-Layout1-cust-Title-Slide">
    <p:bg>
      <p:bgPr>
        <a:solidFill>
          <a:srgbClr val="ffffff"/>
        </a:solidFill>
      </p:bgPr>
    </p:bg>
    <p:spTree>
      <p:nvGrpSpPr>
        <p:cNvPr id="1" name=""/>
        <p:cNvGrpSpPr/>
        <p:nvPr/>
      </p:nvGrpSpPr>
      <p:grpSpPr>
        <a:xfrm>
          <a:off x="0" y="0"/>
          <a:ext cx="0" cy="0"/>
          <a:chOff x="0" y="0"/>
          <a:chExt cx="0" cy="0"/>
        </a:xfrm>
      </p:grpSpPr>
      <p:pic>
        <p:nvPicPr>
          <p:cNvPr id="6" name="Google Shape;33;p6" descr="SIL_PPT_Footer.png"/>
          <p:cNvPicPr/>
          <p:nvPr/>
        </p:nvPicPr>
        <p:blipFill>
          <a:blip r:embed="rId2"/>
          <a:stretch/>
        </p:blipFill>
        <p:spPr>
          <a:xfrm>
            <a:off x="-9000" y="4637160"/>
            <a:ext cx="9153000" cy="506520"/>
          </a:xfrm>
          <a:prstGeom prst="rect">
            <a:avLst/>
          </a:prstGeom>
          <a:noFill/>
          <a:ln w="12600">
            <a:noFill/>
          </a:ln>
        </p:spPr>
      </p:pic>
      <p:sp>
        <p:nvSpPr>
          <p:cNvPr id="7" name="Rectangle 12"/>
          <p:cNvSpPr/>
          <p:nvPr/>
        </p:nvSpPr>
        <p:spPr>
          <a:xfrm>
            <a:off x="0" y="4609800"/>
            <a:ext cx="9144000" cy="540360"/>
          </a:xfrm>
          <a:custGeom>
            <a:avLst/>
            <a:gdLst/>
            <a:ah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anchor="ctr" anchorCtr="1">
            <a:noAutofit/>
          </a:bodyPr>
          <a:p>
            <a:endParaRPr b="0" lang="en-US" sz="1800" strike="noStrike" u="none">
              <a:solidFill>
                <a:srgbClr val="000000"/>
              </a:solidFill>
              <a:effectLst/>
              <a:uFillTx/>
              <a:latin typeface="Arial"/>
            </a:endParaRPr>
          </a:p>
        </p:txBody>
      </p:sp>
      <p:pic>
        <p:nvPicPr>
          <p:cNvPr id="8" name="Google Shape;8;p2" descr="SIL_PPT_Character_Charis_1.png"/>
          <p:cNvPicPr/>
          <p:nvPr/>
        </p:nvPicPr>
        <p:blipFill>
          <a:blip r:embed="rId3"/>
          <a:stretch/>
        </p:blipFill>
        <p:spPr>
          <a:xfrm>
            <a:off x="5486760" y="2081520"/>
            <a:ext cx="3292920" cy="3225600"/>
          </a:xfrm>
          <a:prstGeom prst="rect">
            <a:avLst/>
          </a:prstGeom>
          <a:noFill/>
          <a:ln w="12600">
            <a:noFill/>
          </a:ln>
        </p:spPr>
      </p:pic>
      <p:pic>
        <p:nvPicPr>
          <p:cNvPr id="9" name="Google Shape;9;p2" descr="SIL_PPT_Character_Namdhinggo_1.png"/>
          <p:cNvPicPr/>
          <p:nvPr/>
        </p:nvPicPr>
        <p:blipFill>
          <a:blip r:embed="rId4"/>
          <a:stretch/>
        </p:blipFill>
        <p:spPr>
          <a:xfrm>
            <a:off x="-72000" y="349560"/>
            <a:ext cx="2865960" cy="2761920"/>
          </a:xfrm>
          <a:prstGeom prst="rect">
            <a:avLst/>
          </a:prstGeom>
          <a:noFill/>
          <a:ln w="12600">
            <a:noFill/>
          </a:ln>
        </p:spPr>
      </p:pic>
      <p:sp>
        <p:nvSpPr>
          <p:cNvPr id="10" name="PlaceHolder 1"/>
          <p:cNvSpPr>
            <a:spLocks noGrp="1"/>
          </p:cNvSpPr>
          <p:nvPr>
            <p:ph type="title"/>
          </p:nvPr>
        </p:nvSpPr>
        <p:spPr>
          <a:xfrm>
            <a:off x="795600" y="2695320"/>
            <a:ext cx="7984440" cy="749520"/>
          </a:xfrm>
          <a:prstGeom prst="rect">
            <a:avLst/>
          </a:prstGeom>
          <a:noFill/>
          <a:ln w="12600">
            <a:noFill/>
          </a:ln>
        </p:spPr>
        <p:txBody>
          <a:bodyPr lIns="0" rIns="91440" tIns="45720" bIns="45720" anchor="ctr">
            <a:noAutofit/>
          </a:bodyPr>
          <a:p>
            <a:pPr indent="0" algn="ctr">
              <a:buNone/>
            </a:pPr>
            <a:endParaRPr b="0" lang="en-US" sz="4400" strike="noStrike" u="none">
              <a:solidFill>
                <a:srgbClr val="000000"/>
              </a:solidFill>
              <a:effectLst/>
              <a:uFillTx/>
              <a:latin typeface="Arial"/>
            </a:endParaRPr>
          </a:p>
        </p:txBody>
      </p:sp>
      <p:sp>
        <p:nvSpPr>
          <p:cNvPr id="11" name="PlaceHolder 2"/>
          <p:cNvSpPr>
            <a:spLocks noGrp="1"/>
          </p:cNvSpPr>
          <p:nvPr>
            <p:ph type="body"/>
          </p:nvPr>
        </p:nvSpPr>
        <p:spPr>
          <a:xfrm>
            <a:off x="743400" y="4236120"/>
            <a:ext cx="7609320" cy="399240"/>
          </a:xfrm>
          <a:prstGeom prst="rect">
            <a:avLst/>
          </a:prstGeom>
          <a:noFill/>
          <a:ln w="12600">
            <a:noFill/>
          </a:ln>
        </p:spPr>
        <p:txBody>
          <a:bodyPr lIns="91440" rIns="91440" tIns="91440" bIns="91440" anchor="t">
            <a:normAutofit fontScale="55000" lnSpcReduction="19999"/>
          </a:bodyPr>
          <a:p>
            <a:pPr indent="0">
              <a:spcBef>
                <a:spcPts val="1417"/>
              </a:spcBef>
              <a:buNone/>
            </a:pPr>
            <a:endParaRPr b="0" lang="en-US" sz="3200" strike="noStrike" u="none">
              <a:solidFill>
                <a:srgbClr val="000000"/>
              </a:solidFill>
              <a:effectLst/>
              <a:uFillTx/>
              <a:latin typeface="Arial"/>
            </a:endParaRPr>
          </a:p>
        </p:txBody>
      </p:sp>
      <p:pic>
        <p:nvPicPr>
          <p:cNvPr id="12" name="Google Shape;13;p2" descr=""/>
          <p:cNvPicPr/>
          <p:nvPr/>
        </p:nvPicPr>
        <p:blipFill>
          <a:blip r:embed="rId5"/>
          <a:stretch/>
        </p:blipFill>
        <p:spPr>
          <a:xfrm>
            <a:off x="6854400" y="804600"/>
            <a:ext cx="1499400" cy="804600"/>
          </a:xfrm>
          <a:prstGeom prst="rect">
            <a:avLst/>
          </a:prstGeom>
          <a:noFill/>
          <a:ln w="12600">
            <a:noFill/>
          </a:ln>
        </p:spPr>
      </p:pic>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Master1-Layout1-cust-Title-Slide">
    <p:bg>
      <p:bgPr>
        <a:solidFill>
          <a:srgbClr val="ffffff"/>
        </a:solidFill>
      </p:bgPr>
    </p:bg>
    <p:spTree>
      <p:nvGrpSpPr>
        <p:cNvPr id="1" name=""/>
        <p:cNvGrpSpPr/>
        <p:nvPr/>
      </p:nvGrpSpPr>
      <p:grpSpPr>
        <a:xfrm>
          <a:off x="0" y="0"/>
          <a:ext cx="0" cy="0"/>
          <a:chOff x="0" y="0"/>
          <a:chExt cx="0" cy="0"/>
        </a:xfrm>
      </p:grpSpPr>
      <p:pic>
        <p:nvPicPr>
          <p:cNvPr id="13" name="Google Shape;33;p6" descr="SIL_PPT_Footer.png"/>
          <p:cNvPicPr/>
          <p:nvPr/>
        </p:nvPicPr>
        <p:blipFill>
          <a:blip r:embed="rId2"/>
          <a:stretch/>
        </p:blipFill>
        <p:spPr>
          <a:xfrm>
            <a:off x="-9000" y="4637160"/>
            <a:ext cx="9153000" cy="506520"/>
          </a:xfrm>
          <a:prstGeom prst="rect">
            <a:avLst/>
          </a:prstGeom>
          <a:noFill/>
          <a:ln w="12600">
            <a:noFill/>
          </a:ln>
        </p:spPr>
      </p:pic>
      <p:sp>
        <p:nvSpPr>
          <p:cNvPr id="7" name="Rectangle 12"/>
          <p:cNvSpPr/>
          <p:nvPr/>
        </p:nvSpPr>
        <p:spPr>
          <a:xfrm>
            <a:off x="0" y="4609800"/>
            <a:ext cx="9144000" cy="540360"/>
          </a:xfrm>
          <a:custGeom>
            <a:avLst/>
            <a:gdLst/>
            <a:ah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anchor="ctr" anchorCtr="1">
            <a:noAutofit/>
          </a:bodyPr>
          <a:p>
            <a:endParaRPr b="0" lang="en-US" sz="1800" strike="noStrike" u="none">
              <a:solidFill>
                <a:srgbClr val="000000"/>
              </a:solidFill>
              <a:effectLst/>
              <a:uFillTx/>
              <a:latin typeface="Arial"/>
            </a:endParaRPr>
          </a:p>
        </p:txBody>
      </p:sp>
      <p:pic>
        <p:nvPicPr>
          <p:cNvPr id="14" name="Google Shape;8;p2" descr="SIL_PPT_Character_Charis_1.png"/>
          <p:cNvPicPr/>
          <p:nvPr/>
        </p:nvPicPr>
        <p:blipFill>
          <a:blip r:embed="rId3"/>
          <a:stretch/>
        </p:blipFill>
        <p:spPr>
          <a:xfrm>
            <a:off x="5486760" y="2081520"/>
            <a:ext cx="3292920" cy="3225600"/>
          </a:xfrm>
          <a:prstGeom prst="rect">
            <a:avLst/>
          </a:prstGeom>
          <a:noFill/>
          <a:ln w="12600">
            <a:noFill/>
          </a:ln>
        </p:spPr>
      </p:pic>
      <p:pic>
        <p:nvPicPr>
          <p:cNvPr id="15" name="Google Shape;9;p2" descr="SIL_PPT_Character_Namdhinggo_1.png"/>
          <p:cNvPicPr/>
          <p:nvPr/>
        </p:nvPicPr>
        <p:blipFill>
          <a:blip r:embed="rId4"/>
          <a:stretch/>
        </p:blipFill>
        <p:spPr>
          <a:xfrm>
            <a:off x="-72000" y="349560"/>
            <a:ext cx="2865960" cy="2761920"/>
          </a:xfrm>
          <a:prstGeom prst="rect">
            <a:avLst/>
          </a:prstGeom>
          <a:noFill/>
          <a:ln w="12600">
            <a:noFill/>
          </a:ln>
        </p:spPr>
      </p:pic>
      <p:sp>
        <p:nvSpPr>
          <p:cNvPr id="16" name="PlaceHolder 1"/>
          <p:cNvSpPr>
            <a:spLocks noGrp="1"/>
          </p:cNvSpPr>
          <p:nvPr>
            <p:ph type="title"/>
          </p:nvPr>
        </p:nvSpPr>
        <p:spPr>
          <a:xfrm>
            <a:off x="795600" y="2695320"/>
            <a:ext cx="7984440" cy="749520"/>
          </a:xfrm>
          <a:prstGeom prst="rect">
            <a:avLst/>
          </a:prstGeom>
          <a:noFill/>
          <a:ln w="12600">
            <a:noFill/>
          </a:ln>
        </p:spPr>
        <p:txBody>
          <a:bodyPr lIns="0" rIns="91440" tIns="45720" bIns="45720" anchor="ctr">
            <a:noAutofit/>
          </a:bodyPr>
          <a:p>
            <a:pPr indent="0" algn="ctr">
              <a:buNone/>
            </a:pPr>
            <a:endParaRPr b="0" lang="en-US" sz="4400" strike="noStrike" u="none">
              <a:solidFill>
                <a:srgbClr val="000000"/>
              </a:solidFill>
              <a:effectLst/>
              <a:uFillTx/>
              <a:latin typeface="Arial"/>
            </a:endParaRPr>
          </a:p>
        </p:txBody>
      </p:sp>
      <p:sp>
        <p:nvSpPr>
          <p:cNvPr id="17" name="PlaceHolder 2"/>
          <p:cNvSpPr>
            <a:spLocks noGrp="1"/>
          </p:cNvSpPr>
          <p:nvPr>
            <p:ph type="body"/>
          </p:nvPr>
        </p:nvSpPr>
        <p:spPr>
          <a:xfrm>
            <a:off x="743400" y="4236120"/>
            <a:ext cx="7609320" cy="399240"/>
          </a:xfrm>
          <a:prstGeom prst="rect">
            <a:avLst/>
          </a:prstGeom>
          <a:noFill/>
          <a:ln w="12600">
            <a:noFill/>
          </a:ln>
        </p:spPr>
        <p:txBody>
          <a:bodyPr lIns="91440" rIns="91440" tIns="91440" bIns="91440" anchor="t">
            <a:normAutofit fontScale="55000" lnSpcReduction="19999"/>
          </a:bodyPr>
          <a:p>
            <a:pPr indent="0">
              <a:spcBef>
                <a:spcPts val="1417"/>
              </a:spcBef>
              <a:buNone/>
            </a:pPr>
            <a:endParaRPr b="0" lang="en-US" sz="3200" strike="noStrike" u="none">
              <a:solidFill>
                <a:srgbClr val="000000"/>
              </a:solidFill>
              <a:effectLst/>
              <a:uFillTx/>
              <a:latin typeface="Arial"/>
            </a:endParaRPr>
          </a:p>
        </p:txBody>
      </p:sp>
      <p:pic>
        <p:nvPicPr>
          <p:cNvPr id="18" name="Google Shape;13;p2" descr=""/>
          <p:cNvPicPr/>
          <p:nvPr/>
        </p:nvPicPr>
        <p:blipFill>
          <a:blip r:embed="rId5"/>
          <a:stretch/>
        </p:blipFill>
        <p:spPr>
          <a:xfrm>
            <a:off x="6854400" y="804600"/>
            <a:ext cx="1499400" cy="804600"/>
          </a:xfrm>
          <a:prstGeom prst="rect">
            <a:avLst/>
          </a:prstGeom>
          <a:noFill/>
          <a:ln w="12600">
            <a:noFill/>
          </a:ln>
        </p:spPr>
      </p:pic>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OverChart" preserve="1">
  <p:cSld name="Master1-Layout2-cust-Subsection-Blue">
    <p:bg>
      <p:bgPr>
        <a:solidFill>
          <a:srgbClr val="ffffff"/>
        </a:solidFill>
      </p:bgPr>
    </p:bg>
    <p:spTree>
      <p:nvGrpSpPr>
        <p:cNvPr id="1" name=""/>
        <p:cNvGrpSpPr/>
        <p:nvPr/>
      </p:nvGrpSpPr>
      <p:grpSpPr>
        <a:xfrm>
          <a:off x="0" y="0"/>
          <a:ext cx="0" cy="0"/>
          <a:chOff x="0" y="0"/>
          <a:chExt cx="0" cy="0"/>
        </a:xfrm>
      </p:grpSpPr>
      <p:pic>
        <p:nvPicPr>
          <p:cNvPr id="27" name="Google Shape;33;p6" descr="SIL_PPT_Footer.png"/>
          <p:cNvPicPr/>
          <p:nvPr/>
        </p:nvPicPr>
        <p:blipFill>
          <a:blip r:embed="rId2"/>
          <a:stretch/>
        </p:blipFill>
        <p:spPr>
          <a:xfrm>
            <a:off x="-9000" y="4637160"/>
            <a:ext cx="9153000" cy="506520"/>
          </a:xfrm>
          <a:prstGeom prst="rect">
            <a:avLst/>
          </a:prstGeom>
          <a:noFill/>
          <a:ln w="12600">
            <a:noFill/>
          </a:ln>
        </p:spPr>
      </p:pic>
      <p:sp>
        <p:nvSpPr>
          <p:cNvPr id="20" name="Google Shape;15;p3"/>
          <p:cNvSpPr/>
          <p:nvPr/>
        </p:nvSpPr>
        <p:spPr>
          <a:xfrm>
            <a:off x="-4320" y="-50400"/>
            <a:ext cx="9153000" cy="5194080"/>
          </a:xfrm>
          <a:custGeom>
            <a:avLst/>
            <a:gdLst/>
            <a:ahLst/>
            <a:rect l="l" t="t" r="r" b="b"/>
            <a:pathLst>
              <a:path w="21600" h="21600">
                <a:moveTo>
                  <a:pt x="0" y="0"/>
                </a:moveTo>
                <a:lnTo>
                  <a:pt x="21600" y="0"/>
                </a:lnTo>
                <a:lnTo>
                  <a:pt x="21600" y="21600"/>
                </a:lnTo>
                <a:lnTo>
                  <a:pt x="0" y="21600"/>
                </a:lnTo>
                <a:close/>
              </a:path>
            </a:pathLst>
          </a:custGeom>
          <a:solidFill>
            <a:srgbClr val="005cb9"/>
          </a:solidFill>
          <a:ln w="0">
            <a:noFill/>
          </a:ln>
        </p:spPr>
        <p:style>
          <a:lnRef idx="0"/>
          <a:fillRef idx="0"/>
          <a:effectRef idx="0"/>
          <a:fontRef idx="minor"/>
        </p:style>
        <p:txBody>
          <a:bodyPr anchor="ctr" anchorCtr="1">
            <a:noAutofit/>
          </a:bodyPr>
          <a:p>
            <a:endParaRPr b="0" lang="en-US" sz="1800" strike="noStrike" u="none">
              <a:solidFill>
                <a:srgbClr val="ffffff"/>
              </a:solidFill>
              <a:effectLst/>
              <a:uFillTx/>
              <a:latin typeface="Arial"/>
            </a:endParaRPr>
          </a:p>
        </p:txBody>
      </p:sp>
      <p:pic>
        <p:nvPicPr>
          <p:cNvPr id="28" name="Google Shape;16;p3" descr=""/>
          <p:cNvPicPr/>
          <p:nvPr/>
        </p:nvPicPr>
        <p:blipFill>
          <a:blip r:embed="rId3"/>
          <a:stretch/>
        </p:blipFill>
        <p:spPr>
          <a:xfrm>
            <a:off x="0" y="-109800"/>
            <a:ext cx="2945520" cy="3840120"/>
          </a:xfrm>
          <a:prstGeom prst="rect">
            <a:avLst/>
          </a:prstGeom>
          <a:noFill/>
          <a:ln w="12600">
            <a:noFill/>
          </a:ln>
        </p:spPr>
      </p:pic>
      <p:pic>
        <p:nvPicPr>
          <p:cNvPr id="29" name="Google Shape;17;p3" descr="SIL_PPT_Logo_2.png"/>
          <p:cNvPicPr/>
          <p:nvPr/>
        </p:nvPicPr>
        <p:blipFill>
          <a:blip r:embed="rId4"/>
          <a:stretch/>
        </p:blipFill>
        <p:spPr>
          <a:xfrm>
            <a:off x="6905880" y="792000"/>
            <a:ext cx="1459800" cy="831960"/>
          </a:xfrm>
          <a:prstGeom prst="rect">
            <a:avLst/>
          </a:prstGeom>
          <a:noFill/>
          <a:ln w="12600">
            <a:noFill/>
          </a:ln>
        </p:spPr>
      </p:pic>
      <p:pic>
        <p:nvPicPr>
          <p:cNvPr id="30" name="Google Shape;18;p3" descr=""/>
          <p:cNvPicPr/>
          <p:nvPr/>
        </p:nvPicPr>
        <p:blipFill>
          <a:blip r:embed="rId5"/>
          <a:stretch/>
        </p:blipFill>
        <p:spPr>
          <a:xfrm>
            <a:off x="5897160" y="2053080"/>
            <a:ext cx="3246840" cy="3488040"/>
          </a:xfrm>
          <a:prstGeom prst="rect">
            <a:avLst/>
          </a:prstGeom>
          <a:noFill/>
          <a:ln w="12600">
            <a:noFill/>
          </a:ln>
        </p:spPr>
      </p:pic>
      <p:sp>
        <p:nvSpPr>
          <p:cNvPr id="31" name="PlaceHolder 1"/>
          <p:cNvSpPr>
            <a:spLocks noGrp="1"/>
          </p:cNvSpPr>
          <p:nvPr>
            <p:ph type="title"/>
          </p:nvPr>
        </p:nvSpPr>
        <p:spPr>
          <a:xfrm>
            <a:off x="792720" y="3092400"/>
            <a:ext cx="7772400" cy="1093680"/>
          </a:xfrm>
          <a:prstGeom prst="rect">
            <a:avLst/>
          </a:prstGeom>
          <a:noFill/>
          <a:ln w="12600">
            <a:noFill/>
          </a:ln>
        </p:spPr>
        <p:txBody>
          <a:bodyPr lIns="0" rIns="91440" tIns="45720" bIns="45720" anchor="t">
            <a:noAutofit/>
          </a:bodyPr>
          <a:p>
            <a:pPr indent="0" algn="ctr">
              <a:buNone/>
            </a:pPr>
            <a:endParaRPr b="0" lang="en-US" sz="4400" strike="noStrike" u="none">
              <a:solidFill>
                <a:srgbClr val="000000"/>
              </a:solidFill>
              <a:effectLst/>
              <a:uFillTx/>
              <a:latin typeface="Arial"/>
            </a:endParaRPr>
          </a:p>
        </p:txBody>
      </p:sp>
      <p:sp>
        <p:nvSpPr>
          <p:cNvPr id="32" name="PlaceHolder 2"/>
          <p:cNvSpPr>
            <a:spLocks noGrp="1"/>
          </p:cNvSpPr>
          <p:nvPr>
            <p:ph type="sldNum" idx="5"/>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64F8141B-78BF-473D-9A59-A3AFE1BA4FFF}"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
        <p:nvSpPr>
          <p:cNvPr id="33" name="PlaceHolder 3"/>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Master1-Layout2-cust-Subsection-Blue">
    <p:bg>
      <p:bgPr>
        <a:solidFill>
          <a:srgbClr val="ffffff"/>
        </a:solidFill>
      </p:bgPr>
    </p:bg>
    <p:spTree>
      <p:nvGrpSpPr>
        <p:cNvPr id="1" name=""/>
        <p:cNvGrpSpPr/>
        <p:nvPr/>
      </p:nvGrpSpPr>
      <p:grpSpPr>
        <a:xfrm>
          <a:off x="0" y="0"/>
          <a:ext cx="0" cy="0"/>
          <a:chOff x="0" y="0"/>
          <a:chExt cx="0" cy="0"/>
        </a:xfrm>
      </p:grpSpPr>
      <p:pic>
        <p:nvPicPr>
          <p:cNvPr id="19" name="Google Shape;33;p6" descr="SIL_PPT_Footer.png"/>
          <p:cNvPicPr/>
          <p:nvPr/>
        </p:nvPicPr>
        <p:blipFill>
          <a:blip r:embed="rId2"/>
          <a:stretch/>
        </p:blipFill>
        <p:spPr>
          <a:xfrm>
            <a:off x="-9000" y="4637160"/>
            <a:ext cx="9153000" cy="506520"/>
          </a:xfrm>
          <a:prstGeom prst="rect">
            <a:avLst/>
          </a:prstGeom>
          <a:noFill/>
          <a:ln w="12600">
            <a:noFill/>
          </a:ln>
        </p:spPr>
      </p:pic>
      <p:sp>
        <p:nvSpPr>
          <p:cNvPr id="20" name="Google Shape;15;p3"/>
          <p:cNvSpPr/>
          <p:nvPr/>
        </p:nvSpPr>
        <p:spPr>
          <a:xfrm>
            <a:off x="-4320" y="-50400"/>
            <a:ext cx="9153000" cy="5194080"/>
          </a:xfrm>
          <a:custGeom>
            <a:avLst/>
            <a:gdLst/>
            <a:ahLst/>
            <a:rect l="l" t="t" r="r" b="b"/>
            <a:pathLst>
              <a:path w="21600" h="21600">
                <a:moveTo>
                  <a:pt x="0" y="0"/>
                </a:moveTo>
                <a:lnTo>
                  <a:pt x="21600" y="0"/>
                </a:lnTo>
                <a:lnTo>
                  <a:pt x="21600" y="21600"/>
                </a:lnTo>
                <a:lnTo>
                  <a:pt x="0" y="21600"/>
                </a:lnTo>
                <a:close/>
              </a:path>
            </a:pathLst>
          </a:custGeom>
          <a:solidFill>
            <a:srgbClr val="005cb9"/>
          </a:solidFill>
          <a:ln w="0">
            <a:noFill/>
          </a:ln>
        </p:spPr>
        <p:style>
          <a:lnRef idx="0"/>
          <a:fillRef idx="0"/>
          <a:effectRef idx="0"/>
          <a:fontRef idx="minor"/>
        </p:style>
        <p:txBody>
          <a:bodyPr anchor="ctr" anchorCtr="1">
            <a:noAutofit/>
          </a:bodyPr>
          <a:p>
            <a:endParaRPr b="0" lang="en-US" sz="1800" strike="noStrike" u="none">
              <a:solidFill>
                <a:srgbClr val="ffffff"/>
              </a:solidFill>
              <a:effectLst/>
              <a:uFillTx/>
              <a:latin typeface="Arial"/>
            </a:endParaRPr>
          </a:p>
        </p:txBody>
      </p:sp>
      <p:pic>
        <p:nvPicPr>
          <p:cNvPr id="21" name="Google Shape;16;p3" descr=""/>
          <p:cNvPicPr/>
          <p:nvPr/>
        </p:nvPicPr>
        <p:blipFill>
          <a:blip r:embed="rId3"/>
          <a:stretch/>
        </p:blipFill>
        <p:spPr>
          <a:xfrm>
            <a:off x="0" y="-109800"/>
            <a:ext cx="2945520" cy="3840120"/>
          </a:xfrm>
          <a:prstGeom prst="rect">
            <a:avLst/>
          </a:prstGeom>
          <a:noFill/>
          <a:ln w="12600">
            <a:noFill/>
          </a:ln>
        </p:spPr>
      </p:pic>
      <p:pic>
        <p:nvPicPr>
          <p:cNvPr id="22" name="Google Shape;17;p3" descr="SIL_PPT_Logo_2.png"/>
          <p:cNvPicPr/>
          <p:nvPr/>
        </p:nvPicPr>
        <p:blipFill>
          <a:blip r:embed="rId4"/>
          <a:stretch/>
        </p:blipFill>
        <p:spPr>
          <a:xfrm>
            <a:off x="6905880" y="792000"/>
            <a:ext cx="1459800" cy="831960"/>
          </a:xfrm>
          <a:prstGeom prst="rect">
            <a:avLst/>
          </a:prstGeom>
          <a:noFill/>
          <a:ln w="12600">
            <a:noFill/>
          </a:ln>
        </p:spPr>
      </p:pic>
      <p:pic>
        <p:nvPicPr>
          <p:cNvPr id="23" name="Google Shape;18;p3" descr=""/>
          <p:cNvPicPr/>
          <p:nvPr/>
        </p:nvPicPr>
        <p:blipFill>
          <a:blip r:embed="rId5"/>
          <a:stretch/>
        </p:blipFill>
        <p:spPr>
          <a:xfrm>
            <a:off x="5897160" y="2053080"/>
            <a:ext cx="3246840" cy="3488040"/>
          </a:xfrm>
          <a:prstGeom prst="rect">
            <a:avLst/>
          </a:prstGeom>
          <a:noFill/>
          <a:ln w="12600">
            <a:noFill/>
          </a:ln>
        </p:spPr>
      </p:pic>
      <p:sp>
        <p:nvSpPr>
          <p:cNvPr id="24" name="PlaceHolder 1"/>
          <p:cNvSpPr>
            <a:spLocks noGrp="1"/>
          </p:cNvSpPr>
          <p:nvPr>
            <p:ph type="title"/>
          </p:nvPr>
        </p:nvSpPr>
        <p:spPr>
          <a:xfrm>
            <a:off x="792720" y="3092400"/>
            <a:ext cx="7772400" cy="1093680"/>
          </a:xfrm>
          <a:prstGeom prst="rect">
            <a:avLst/>
          </a:prstGeom>
          <a:noFill/>
          <a:ln w="12600">
            <a:noFill/>
          </a:ln>
        </p:spPr>
        <p:txBody>
          <a:bodyPr lIns="0" rIns="91440" tIns="45720" bIns="45720" anchor="t">
            <a:noAutofit/>
          </a:bodyPr>
          <a:p>
            <a:pPr indent="0" algn="ctr">
              <a:buNone/>
            </a:pPr>
            <a:endParaRPr b="0" lang="en-US" sz="4400" strike="noStrike" u="none">
              <a:solidFill>
                <a:srgbClr val="000000"/>
              </a:solidFill>
              <a:effectLst/>
              <a:uFillTx/>
              <a:latin typeface="Arial"/>
            </a:endParaRPr>
          </a:p>
        </p:txBody>
      </p:sp>
      <p:sp>
        <p:nvSpPr>
          <p:cNvPr id="25" name="PlaceHolder 2"/>
          <p:cNvSpPr>
            <a:spLocks noGrp="1"/>
          </p:cNvSpPr>
          <p:nvPr>
            <p:ph type="sldNum" idx="4"/>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9536338E-4337-4F91-BB95-5C5AF9518D30}"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
        <p:nvSpPr>
          <p:cNvPr id="26" name="PlaceHolder 3"/>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Master1-Layout3-cust-Subsection-Cyan">
    <p:bg>
      <p:bgPr>
        <a:solidFill>
          <a:srgbClr val="ffffff"/>
        </a:solidFill>
      </p:bgPr>
    </p:bg>
    <p:spTree>
      <p:nvGrpSpPr>
        <p:cNvPr id="1" name=""/>
        <p:cNvGrpSpPr/>
        <p:nvPr/>
      </p:nvGrpSpPr>
      <p:grpSpPr>
        <a:xfrm>
          <a:off x="0" y="0"/>
          <a:ext cx="0" cy="0"/>
          <a:chOff x="0" y="0"/>
          <a:chExt cx="0" cy="0"/>
        </a:xfrm>
      </p:grpSpPr>
      <p:pic>
        <p:nvPicPr>
          <p:cNvPr id="34" name="Google Shape;33;p6" descr="SIL_PPT_Footer.png"/>
          <p:cNvPicPr/>
          <p:nvPr/>
        </p:nvPicPr>
        <p:blipFill>
          <a:blip r:embed="rId2"/>
          <a:stretch/>
        </p:blipFill>
        <p:spPr>
          <a:xfrm>
            <a:off x="-9000" y="4637160"/>
            <a:ext cx="9153000" cy="506520"/>
          </a:xfrm>
          <a:prstGeom prst="rect">
            <a:avLst/>
          </a:prstGeom>
          <a:noFill/>
          <a:ln w="12600">
            <a:noFill/>
          </a:ln>
        </p:spPr>
      </p:pic>
      <p:sp>
        <p:nvSpPr>
          <p:cNvPr id="35" name="PlaceHolder 1"/>
          <p:cNvSpPr>
            <a:spLocks noGrp="1"/>
          </p:cNvSpPr>
          <p:nvPr>
            <p:ph type="dt" idx="6"/>
          </p:nvPr>
        </p:nvSpPr>
        <p:spPr>
          <a:xfrm>
            <a:off x="628560" y="4767120"/>
            <a:ext cx="2057400" cy="274680"/>
          </a:xfrm>
          <a:prstGeom prst="rect">
            <a:avLst/>
          </a:prstGeom>
          <a:noFill/>
          <a:ln w="12600">
            <a:noFill/>
          </a:ln>
        </p:spPr>
        <p:txBody>
          <a:bodyPr lIns="91440" rIns="91440" tIns="45720" bIns="45720" anchor="ctr">
            <a:noAutofit/>
          </a:bodyPr>
          <a:lstStyle>
            <a:lvl1pPr indent="0">
              <a:lnSpc>
                <a:spcPct val="100000"/>
              </a:lnSpc>
              <a:buNone/>
              <a:defRPr b="0" lang="en-US" sz="1200" strike="noStrike" u="none">
                <a:solidFill>
                  <a:srgbClr val="d9d9d9"/>
                </a:solidFill>
                <a:effectLst/>
                <a:uFillTx/>
                <a:latin typeface="Arial"/>
                <a:ea typeface="Arial"/>
              </a:defRPr>
            </a:lvl1pPr>
          </a:lstStyle>
          <a:p>
            <a:pPr indent="0">
              <a:lnSpc>
                <a:spcPct val="100000"/>
              </a:lnSpc>
              <a:buNone/>
            </a:pPr>
            <a:fld id="{0A87269D-98B4-4497-9AB8-446DEFB89EE8}" type="datetime">
              <a:rPr b="0" lang="en-US" sz="1200" strike="noStrike" u="none">
                <a:solidFill>
                  <a:srgbClr val="d9d9d9"/>
                </a:solidFill>
                <a:effectLst/>
                <a:uFillTx/>
                <a:latin typeface="Arial"/>
                <a:ea typeface="Arial"/>
              </a:rPr>
              <a:t>11/4/25</a:t>
            </a:fld>
            <a:endParaRPr b="0" lang="en-US" sz="1200" strike="noStrike" u="none">
              <a:solidFill>
                <a:srgbClr val="000000"/>
              </a:solidFill>
              <a:effectLst/>
              <a:uFillTx/>
              <a:latin typeface="Times New Roman"/>
            </a:endParaRPr>
          </a:p>
        </p:txBody>
      </p:sp>
      <p:sp>
        <p:nvSpPr>
          <p:cNvPr id="36" name="PlaceHolder 2"/>
          <p:cNvSpPr>
            <a:spLocks noGrp="1"/>
          </p:cNvSpPr>
          <p:nvPr>
            <p:ph type="ftr" idx="7"/>
          </p:nvPr>
        </p:nvSpPr>
        <p:spPr>
          <a:xfrm>
            <a:off x="3029040" y="4767120"/>
            <a:ext cx="3085920" cy="274680"/>
          </a:xfrm>
          <a:prstGeom prst="rect">
            <a:avLst/>
          </a:prstGeom>
          <a:noFill/>
          <a:ln w="12600">
            <a:noFill/>
          </a:ln>
        </p:spPr>
        <p:txBody>
          <a:bodyPr lIns="91440" rIns="91440" tIns="45720" bIns="45720" anchor="ctr" anchorCtr="1">
            <a:noAutofit/>
          </a:bodyPr>
          <a:p>
            <a:pPr indent="0">
              <a:buNone/>
            </a:pPr>
            <a:endParaRPr b="0" lang="en-US" sz="2400" strike="noStrike" u="none">
              <a:solidFill>
                <a:srgbClr val="000000"/>
              </a:solidFill>
              <a:effectLst/>
              <a:uFillTx/>
              <a:latin typeface="Times New Roman"/>
            </a:endParaRPr>
          </a:p>
        </p:txBody>
      </p:sp>
      <p:sp>
        <p:nvSpPr>
          <p:cNvPr id="37" name="Google Shape;21;p4"/>
          <p:cNvSpPr/>
          <p:nvPr/>
        </p:nvSpPr>
        <p:spPr>
          <a:xfrm>
            <a:off x="-9000" y="-50400"/>
            <a:ext cx="9153000" cy="5194080"/>
          </a:xfrm>
          <a:custGeom>
            <a:avLst/>
            <a:gdLst/>
            <a:ahLst/>
            <a:rect l="l" t="t" r="r" b="b"/>
            <a:pathLst>
              <a:path w="21600" h="21600">
                <a:moveTo>
                  <a:pt x="0" y="0"/>
                </a:moveTo>
                <a:lnTo>
                  <a:pt x="21600" y="0"/>
                </a:lnTo>
                <a:lnTo>
                  <a:pt x="21600" y="21600"/>
                </a:lnTo>
                <a:lnTo>
                  <a:pt x="0" y="21600"/>
                </a:lnTo>
                <a:close/>
              </a:path>
            </a:pathLst>
          </a:custGeom>
          <a:solidFill>
            <a:srgbClr val="00a7e1"/>
          </a:solidFill>
          <a:ln w="0">
            <a:noFill/>
          </a:ln>
        </p:spPr>
        <p:style>
          <a:lnRef idx="0"/>
          <a:fillRef idx="0"/>
          <a:effectRef idx="0"/>
          <a:fontRef idx="minor"/>
        </p:style>
        <p:txBody>
          <a:bodyPr anchor="ctr" anchorCtr="1">
            <a:noAutofit/>
          </a:bodyPr>
          <a:p>
            <a:endParaRPr b="0" lang="en-US" sz="1800" strike="noStrike" u="none">
              <a:solidFill>
                <a:srgbClr val="ffffff"/>
              </a:solidFill>
              <a:effectLst/>
              <a:uFillTx/>
              <a:latin typeface="Arial"/>
            </a:endParaRPr>
          </a:p>
        </p:txBody>
      </p:sp>
      <p:pic>
        <p:nvPicPr>
          <p:cNvPr id="38" name="Google Shape;22;p4" descr=""/>
          <p:cNvPicPr/>
          <p:nvPr/>
        </p:nvPicPr>
        <p:blipFill>
          <a:blip r:embed="rId3"/>
          <a:stretch/>
        </p:blipFill>
        <p:spPr>
          <a:xfrm>
            <a:off x="6714720" y="1977480"/>
            <a:ext cx="2451240" cy="3310560"/>
          </a:xfrm>
          <a:prstGeom prst="rect">
            <a:avLst/>
          </a:prstGeom>
          <a:noFill/>
          <a:ln w="12600">
            <a:noFill/>
          </a:ln>
        </p:spPr>
      </p:pic>
      <p:pic>
        <p:nvPicPr>
          <p:cNvPr id="39" name="Google Shape;24;p4" descr=""/>
          <p:cNvPicPr/>
          <p:nvPr/>
        </p:nvPicPr>
        <p:blipFill>
          <a:blip r:embed="rId4"/>
          <a:stretch/>
        </p:blipFill>
        <p:spPr>
          <a:xfrm>
            <a:off x="6906240" y="792000"/>
            <a:ext cx="1458720" cy="831960"/>
          </a:xfrm>
          <a:prstGeom prst="rect">
            <a:avLst/>
          </a:prstGeom>
          <a:noFill/>
          <a:ln w="12600">
            <a:noFill/>
          </a:ln>
        </p:spPr>
      </p:pic>
      <p:sp>
        <p:nvSpPr>
          <p:cNvPr id="40" name="PlaceHolder 3"/>
          <p:cNvSpPr>
            <a:spLocks noGrp="1"/>
          </p:cNvSpPr>
          <p:nvPr>
            <p:ph type="title"/>
          </p:nvPr>
        </p:nvSpPr>
        <p:spPr>
          <a:xfrm>
            <a:off x="792720" y="3093840"/>
            <a:ext cx="7772400" cy="1093680"/>
          </a:xfrm>
          <a:prstGeom prst="rect">
            <a:avLst/>
          </a:prstGeom>
          <a:noFill/>
          <a:ln w="12600">
            <a:noFill/>
          </a:ln>
        </p:spPr>
        <p:txBody>
          <a:bodyPr lIns="0" rIns="91440" tIns="45720" bIns="45720" anchor="t">
            <a:noAutofit/>
          </a:bodyPr>
          <a:p>
            <a:pPr indent="0" algn="ctr">
              <a:buNone/>
            </a:pPr>
            <a:endParaRPr b="0" lang="en-US" sz="4400" strike="noStrike" u="none">
              <a:solidFill>
                <a:srgbClr val="000000"/>
              </a:solidFill>
              <a:effectLst/>
              <a:uFillTx/>
              <a:latin typeface="Arial"/>
            </a:endParaRPr>
          </a:p>
        </p:txBody>
      </p:sp>
      <p:pic>
        <p:nvPicPr>
          <p:cNvPr id="41" name="Picture 9" descr="Icon&#10;&#10;Description automatically generated"/>
          <p:cNvPicPr/>
          <p:nvPr/>
        </p:nvPicPr>
        <p:blipFill>
          <a:blip r:embed="rId5"/>
          <a:stretch/>
        </p:blipFill>
        <p:spPr>
          <a:xfrm>
            <a:off x="-237960" y="-235080"/>
            <a:ext cx="4638600" cy="5143320"/>
          </a:xfrm>
          <a:prstGeom prst="rect">
            <a:avLst/>
          </a:prstGeom>
          <a:noFill/>
          <a:ln w="12600">
            <a:noFill/>
          </a:ln>
        </p:spPr>
      </p:pic>
      <p:sp>
        <p:nvSpPr>
          <p:cNvPr id="42" name="PlaceHolder 4"/>
          <p:cNvSpPr>
            <a:spLocks noGrp="1"/>
          </p:cNvSpPr>
          <p:nvPr>
            <p:ph type="sldNum" idx="8"/>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C36AAB17-8273-4D36-93FF-1F7AE42F35E9}"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
        <p:nvSpPr>
          <p:cNvPr id="43" name="PlaceHolder 5"/>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Master1-Layout3-cust-Subsection-Cyan">
    <p:bg>
      <p:bgPr>
        <a:solidFill>
          <a:srgbClr val="ffffff"/>
        </a:solidFill>
      </p:bgPr>
    </p:bg>
    <p:spTree>
      <p:nvGrpSpPr>
        <p:cNvPr id="1" name=""/>
        <p:cNvGrpSpPr/>
        <p:nvPr/>
      </p:nvGrpSpPr>
      <p:grpSpPr>
        <a:xfrm>
          <a:off x="0" y="0"/>
          <a:ext cx="0" cy="0"/>
          <a:chOff x="0" y="0"/>
          <a:chExt cx="0" cy="0"/>
        </a:xfrm>
      </p:grpSpPr>
      <p:pic>
        <p:nvPicPr>
          <p:cNvPr id="44" name="Google Shape;33;p6" descr="SIL_PPT_Footer.png"/>
          <p:cNvPicPr/>
          <p:nvPr/>
        </p:nvPicPr>
        <p:blipFill>
          <a:blip r:embed="rId2"/>
          <a:stretch/>
        </p:blipFill>
        <p:spPr>
          <a:xfrm>
            <a:off x="-9000" y="4637160"/>
            <a:ext cx="9153000" cy="506520"/>
          </a:xfrm>
          <a:prstGeom prst="rect">
            <a:avLst/>
          </a:prstGeom>
          <a:noFill/>
          <a:ln w="12600">
            <a:noFill/>
          </a:ln>
        </p:spPr>
      </p:pic>
      <p:sp>
        <p:nvSpPr>
          <p:cNvPr id="45" name="PlaceHolder 1"/>
          <p:cNvSpPr>
            <a:spLocks noGrp="1"/>
          </p:cNvSpPr>
          <p:nvPr>
            <p:ph type="dt" idx="9"/>
          </p:nvPr>
        </p:nvSpPr>
        <p:spPr>
          <a:xfrm>
            <a:off x="628560" y="4767120"/>
            <a:ext cx="2057400" cy="274680"/>
          </a:xfrm>
          <a:prstGeom prst="rect">
            <a:avLst/>
          </a:prstGeom>
          <a:noFill/>
          <a:ln w="12600">
            <a:noFill/>
          </a:ln>
        </p:spPr>
        <p:txBody>
          <a:bodyPr lIns="91440" rIns="91440" tIns="45720" bIns="45720" anchor="ctr">
            <a:noAutofit/>
          </a:bodyPr>
          <a:lstStyle>
            <a:lvl1pPr indent="0">
              <a:lnSpc>
                <a:spcPct val="100000"/>
              </a:lnSpc>
              <a:buNone/>
              <a:defRPr b="0" lang="en-US" sz="1200" strike="noStrike" u="none">
                <a:solidFill>
                  <a:srgbClr val="d9d9d9"/>
                </a:solidFill>
                <a:effectLst/>
                <a:uFillTx/>
                <a:latin typeface="Arial"/>
                <a:ea typeface="Arial"/>
              </a:defRPr>
            </a:lvl1pPr>
          </a:lstStyle>
          <a:p>
            <a:pPr indent="0">
              <a:lnSpc>
                <a:spcPct val="100000"/>
              </a:lnSpc>
              <a:buNone/>
            </a:pPr>
            <a:fld id="{B5543450-18BC-4FEA-87D4-79A4166C706D}" type="datetime">
              <a:rPr b="0" lang="en-US" sz="1200" strike="noStrike" u="none">
                <a:solidFill>
                  <a:srgbClr val="d9d9d9"/>
                </a:solidFill>
                <a:effectLst/>
                <a:uFillTx/>
                <a:latin typeface="Arial"/>
                <a:ea typeface="Arial"/>
              </a:rPr>
              <a:t>11/4/25</a:t>
            </a:fld>
            <a:endParaRPr b="0" lang="en-US" sz="1200" strike="noStrike" u="none">
              <a:solidFill>
                <a:srgbClr val="000000"/>
              </a:solidFill>
              <a:effectLst/>
              <a:uFillTx/>
              <a:latin typeface="Times New Roman"/>
            </a:endParaRPr>
          </a:p>
        </p:txBody>
      </p:sp>
      <p:sp>
        <p:nvSpPr>
          <p:cNvPr id="46" name="PlaceHolder 2"/>
          <p:cNvSpPr>
            <a:spLocks noGrp="1"/>
          </p:cNvSpPr>
          <p:nvPr>
            <p:ph type="ftr" idx="10"/>
          </p:nvPr>
        </p:nvSpPr>
        <p:spPr>
          <a:xfrm>
            <a:off x="3029040" y="4767120"/>
            <a:ext cx="3085920" cy="274680"/>
          </a:xfrm>
          <a:prstGeom prst="rect">
            <a:avLst/>
          </a:prstGeom>
          <a:noFill/>
          <a:ln w="12600">
            <a:noFill/>
          </a:ln>
        </p:spPr>
        <p:txBody>
          <a:bodyPr lIns="91440" rIns="91440" tIns="45720" bIns="45720" anchor="ctr" anchorCtr="1">
            <a:noAutofit/>
          </a:bodyPr>
          <a:p>
            <a:pPr indent="0">
              <a:buNone/>
            </a:pPr>
            <a:endParaRPr b="0" lang="en-US" sz="2400" strike="noStrike" u="none">
              <a:solidFill>
                <a:srgbClr val="000000"/>
              </a:solidFill>
              <a:effectLst/>
              <a:uFillTx/>
              <a:latin typeface="Times New Roman"/>
            </a:endParaRPr>
          </a:p>
        </p:txBody>
      </p:sp>
      <p:sp>
        <p:nvSpPr>
          <p:cNvPr id="37" name="Google Shape;21;p4"/>
          <p:cNvSpPr/>
          <p:nvPr/>
        </p:nvSpPr>
        <p:spPr>
          <a:xfrm>
            <a:off x="-9000" y="-50400"/>
            <a:ext cx="9153000" cy="5194080"/>
          </a:xfrm>
          <a:custGeom>
            <a:avLst/>
            <a:gdLst/>
            <a:ahLst/>
            <a:rect l="l" t="t" r="r" b="b"/>
            <a:pathLst>
              <a:path w="21600" h="21600">
                <a:moveTo>
                  <a:pt x="0" y="0"/>
                </a:moveTo>
                <a:lnTo>
                  <a:pt x="21600" y="0"/>
                </a:lnTo>
                <a:lnTo>
                  <a:pt x="21600" y="21600"/>
                </a:lnTo>
                <a:lnTo>
                  <a:pt x="0" y="21600"/>
                </a:lnTo>
                <a:close/>
              </a:path>
            </a:pathLst>
          </a:custGeom>
          <a:solidFill>
            <a:srgbClr val="00a7e1"/>
          </a:solidFill>
          <a:ln w="0">
            <a:noFill/>
          </a:ln>
        </p:spPr>
        <p:style>
          <a:lnRef idx="0"/>
          <a:fillRef idx="0"/>
          <a:effectRef idx="0"/>
          <a:fontRef idx="minor"/>
        </p:style>
        <p:txBody>
          <a:bodyPr anchor="ctr" anchorCtr="1">
            <a:noAutofit/>
          </a:bodyPr>
          <a:p>
            <a:endParaRPr b="0" lang="en-US" sz="1800" strike="noStrike" u="none">
              <a:solidFill>
                <a:srgbClr val="ffffff"/>
              </a:solidFill>
              <a:effectLst/>
              <a:uFillTx/>
              <a:latin typeface="Arial"/>
            </a:endParaRPr>
          </a:p>
        </p:txBody>
      </p:sp>
      <p:pic>
        <p:nvPicPr>
          <p:cNvPr id="47" name="Google Shape;22;p4" descr=""/>
          <p:cNvPicPr/>
          <p:nvPr/>
        </p:nvPicPr>
        <p:blipFill>
          <a:blip r:embed="rId3"/>
          <a:stretch/>
        </p:blipFill>
        <p:spPr>
          <a:xfrm>
            <a:off x="6714720" y="1977480"/>
            <a:ext cx="2451240" cy="3310560"/>
          </a:xfrm>
          <a:prstGeom prst="rect">
            <a:avLst/>
          </a:prstGeom>
          <a:noFill/>
          <a:ln w="12600">
            <a:noFill/>
          </a:ln>
        </p:spPr>
      </p:pic>
      <p:pic>
        <p:nvPicPr>
          <p:cNvPr id="48" name="Google Shape;24;p4" descr=""/>
          <p:cNvPicPr/>
          <p:nvPr/>
        </p:nvPicPr>
        <p:blipFill>
          <a:blip r:embed="rId4"/>
          <a:stretch/>
        </p:blipFill>
        <p:spPr>
          <a:xfrm>
            <a:off x="6906240" y="792000"/>
            <a:ext cx="1458720" cy="831960"/>
          </a:xfrm>
          <a:prstGeom prst="rect">
            <a:avLst/>
          </a:prstGeom>
          <a:noFill/>
          <a:ln w="12600">
            <a:noFill/>
          </a:ln>
        </p:spPr>
      </p:pic>
      <p:sp>
        <p:nvSpPr>
          <p:cNvPr id="49" name="PlaceHolder 3"/>
          <p:cNvSpPr>
            <a:spLocks noGrp="1"/>
          </p:cNvSpPr>
          <p:nvPr>
            <p:ph type="title"/>
          </p:nvPr>
        </p:nvSpPr>
        <p:spPr>
          <a:xfrm>
            <a:off x="792720" y="3093840"/>
            <a:ext cx="7772400" cy="1093680"/>
          </a:xfrm>
          <a:prstGeom prst="rect">
            <a:avLst/>
          </a:prstGeom>
          <a:noFill/>
          <a:ln w="12600">
            <a:noFill/>
          </a:ln>
        </p:spPr>
        <p:txBody>
          <a:bodyPr lIns="0" rIns="91440" tIns="45720" bIns="45720" anchor="t">
            <a:noAutofit/>
          </a:bodyPr>
          <a:p>
            <a:pPr indent="0" algn="ctr">
              <a:buNone/>
            </a:pPr>
            <a:endParaRPr b="0" lang="en-US" sz="4400" strike="noStrike" u="none">
              <a:solidFill>
                <a:srgbClr val="000000"/>
              </a:solidFill>
              <a:effectLst/>
              <a:uFillTx/>
              <a:latin typeface="Arial"/>
            </a:endParaRPr>
          </a:p>
        </p:txBody>
      </p:sp>
      <p:pic>
        <p:nvPicPr>
          <p:cNvPr id="50" name="Picture 9" descr="Icon&#10;&#10;Description automatically generated"/>
          <p:cNvPicPr/>
          <p:nvPr/>
        </p:nvPicPr>
        <p:blipFill>
          <a:blip r:embed="rId5"/>
          <a:stretch/>
        </p:blipFill>
        <p:spPr>
          <a:xfrm>
            <a:off x="-237960" y="-235080"/>
            <a:ext cx="4638600" cy="5143320"/>
          </a:xfrm>
          <a:prstGeom prst="rect">
            <a:avLst/>
          </a:prstGeom>
          <a:noFill/>
          <a:ln w="12600">
            <a:noFill/>
          </a:ln>
        </p:spPr>
      </p:pic>
      <p:sp>
        <p:nvSpPr>
          <p:cNvPr id="51" name="PlaceHolder 4"/>
          <p:cNvSpPr>
            <a:spLocks noGrp="1"/>
          </p:cNvSpPr>
          <p:nvPr>
            <p:ph type="sldNum" idx="11"/>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E6361C58-0E01-4667-AB53-A00E1ED90732}"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
        <p:nvSpPr>
          <p:cNvPr id="52" name="PlaceHolder 5"/>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OverChart" preserve="1">
  <p:cSld name="Master1-Layout4-cust-Subsection-Yellow">
    <p:bg>
      <p:bgPr>
        <a:solidFill>
          <a:srgbClr val="ffffff"/>
        </a:solidFill>
      </p:bgPr>
    </p:bg>
    <p:spTree>
      <p:nvGrpSpPr>
        <p:cNvPr id="1" name=""/>
        <p:cNvGrpSpPr/>
        <p:nvPr/>
      </p:nvGrpSpPr>
      <p:grpSpPr>
        <a:xfrm>
          <a:off x="0" y="0"/>
          <a:ext cx="0" cy="0"/>
          <a:chOff x="0" y="0"/>
          <a:chExt cx="0" cy="0"/>
        </a:xfrm>
      </p:grpSpPr>
      <p:pic>
        <p:nvPicPr>
          <p:cNvPr id="61" name="Google Shape;33;p6" descr="SIL_PPT_Footer.png"/>
          <p:cNvPicPr/>
          <p:nvPr/>
        </p:nvPicPr>
        <p:blipFill>
          <a:blip r:embed="rId2"/>
          <a:stretch/>
        </p:blipFill>
        <p:spPr>
          <a:xfrm>
            <a:off x="-9000" y="4637160"/>
            <a:ext cx="9153000" cy="506520"/>
          </a:xfrm>
          <a:prstGeom prst="rect">
            <a:avLst/>
          </a:prstGeom>
          <a:noFill/>
          <a:ln w="12600">
            <a:noFill/>
          </a:ln>
        </p:spPr>
      </p:pic>
      <p:sp>
        <p:nvSpPr>
          <p:cNvPr id="54" name="Google Shape;27;p5"/>
          <p:cNvSpPr/>
          <p:nvPr/>
        </p:nvSpPr>
        <p:spPr>
          <a:xfrm>
            <a:off x="0" y="-15480"/>
            <a:ext cx="9153000" cy="5194080"/>
          </a:xfrm>
          <a:custGeom>
            <a:avLst/>
            <a:gdLst/>
            <a:ahLst/>
            <a:rect l="l" t="t" r="r" b="b"/>
            <a:pathLst>
              <a:path w="21600" h="21600">
                <a:moveTo>
                  <a:pt x="0" y="0"/>
                </a:moveTo>
                <a:lnTo>
                  <a:pt x="21600" y="0"/>
                </a:lnTo>
                <a:lnTo>
                  <a:pt x="21600" y="21600"/>
                </a:lnTo>
                <a:lnTo>
                  <a:pt x="0" y="21600"/>
                </a:lnTo>
                <a:close/>
              </a:path>
            </a:pathLst>
          </a:custGeom>
          <a:solidFill>
            <a:srgbClr val="ffb71b"/>
          </a:solidFill>
          <a:ln w="0">
            <a:noFill/>
          </a:ln>
        </p:spPr>
        <p:style>
          <a:lnRef idx="0"/>
          <a:fillRef idx="0"/>
          <a:effectRef idx="0"/>
          <a:fontRef idx="minor"/>
        </p:style>
        <p:txBody>
          <a:bodyPr anchor="ctr" anchorCtr="1">
            <a:noAutofit/>
          </a:bodyPr>
          <a:p>
            <a:endParaRPr b="0" lang="en-US" sz="1800" strike="noStrike" u="none">
              <a:solidFill>
                <a:srgbClr val="000000"/>
              </a:solidFill>
              <a:effectLst/>
              <a:uFillTx/>
              <a:latin typeface="Arial"/>
            </a:endParaRPr>
          </a:p>
        </p:txBody>
      </p:sp>
      <p:pic>
        <p:nvPicPr>
          <p:cNvPr id="62" name="Google Shape;28;p5" descr=""/>
          <p:cNvPicPr/>
          <p:nvPr/>
        </p:nvPicPr>
        <p:blipFill>
          <a:blip r:embed="rId3"/>
          <a:stretch/>
        </p:blipFill>
        <p:spPr>
          <a:xfrm>
            <a:off x="6578640" y="1781280"/>
            <a:ext cx="2630880" cy="3709080"/>
          </a:xfrm>
          <a:prstGeom prst="rect">
            <a:avLst/>
          </a:prstGeom>
          <a:noFill/>
          <a:ln w="12600">
            <a:noFill/>
          </a:ln>
        </p:spPr>
      </p:pic>
      <p:pic>
        <p:nvPicPr>
          <p:cNvPr id="63" name="Google Shape;29;p5" descr=""/>
          <p:cNvPicPr/>
          <p:nvPr/>
        </p:nvPicPr>
        <p:blipFill>
          <a:blip r:embed="rId4"/>
          <a:stretch/>
        </p:blipFill>
        <p:spPr>
          <a:xfrm>
            <a:off x="-5760" y="-364320"/>
            <a:ext cx="2798640" cy="3405960"/>
          </a:xfrm>
          <a:prstGeom prst="rect">
            <a:avLst/>
          </a:prstGeom>
          <a:noFill/>
          <a:ln w="12600">
            <a:noFill/>
          </a:ln>
        </p:spPr>
      </p:pic>
      <p:sp>
        <p:nvSpPr>
          <p:cNvPr id="64" name="PlaceHolder 1"/>
          <p:cNvSpPr>
            <a:spLocks noGrp="1"/>
          </p:cNvSpPr>
          <p:nvPr>
            <p:ph type="title"/>
          </p:nvPr>
        </p:nvSpPr>
        <p:spPr>
          <a:xfrm>
            <a:off x="792720" y="3094920"/>
            <a:ext cx="7772400" cy="1093680"/>
          </a:xfrm>
          <a:prstGeom prst="rect">
            <a:avLst/>
          </a:prstGeom>
          <a:noFill/>
          <a:ln w="12600">
            <a:noFill/>
          </a:ln>
        </p:spPr>
        <p:txBody>
          <a:bodyPr lIns="0" rIns="91440" tIns="45720" bIns="45720" anchor="t">
            <a:noAutofit/>
          </a:bodyPr>
          <a:p>
            <a:pPr indent="0" algn="ctr">
              <a:buNone/>
            </a:pPr>
            <a:endParaRPr b="0" lang="en-US" sz="4400" strike="noStrike" u="none">
              <a:solidFill>
                <a:srgbClr val="000000"/>
              </a:solidFill>
              <a:effectLst/>
              <a:uFillTx/>
              <a:latin typeface="Arial"/>
            </a:endParaRPr>
          </a:p>
        </p:txBody>
      </p:sp>
      <p:pic>
        <p:nvPicPr>
          <p:cNvPr id="65" name="Picture 9" descr="Icon&#10;&#10;Description automatically generated"/>
          <p:cNvPicPr/>
          <p:nvPr/>
        </p:nvPicPr>
        <p:blipFill>
          <a:blip r:embed="rId5"/>
          <a:stretch/>
        </p:blipFill>
        <p:spPr>
          <a:xfrm>
            <a:off x="6813360" y="792000"/>
            <a:ext cx="1551600" cy="831960"/>
          </a:xfrm>
          <a:prstGeom prst="rect">
            <a:avLst/>
          </a:prstGeom>
          <a:noFill/>
          <a:ln w="12600">
            <a:noFill/>
          </a:ln>
        </p:spPr>
      </p:pic>
      <p:sp>
        <p:nvSpPr>
          <p:cNvPr id="66" name="PlaceHolder 2"/>
          <p:cNvSpPr>
            <a:spLocks noGrp="1"/>
          </p:cNvSpPr>
          <p:nvPr>
            <p:ph type="sldNum" idx="13"/>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07518DF4-13AB-4E91-8836-C7568C28D44E}"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
        <p:nvSpPr>
          <p:cNvPr id="67" name="PlaceHolder 3"/>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Master1-Layout4-cust-Subsection-Yellow">
    <p:bg>
      <p:bgPr>
        <a:solidFill>
          <a:srgbClr val="ffffff"/>
        </a:solidFill>
      </p:bgPr>
    </p:bg>
    <p:spTree>
      <p:nvGrpSpPr>
        <p:cNvPr id="1" name=""/>
        <p:cNvGrpSpPr/>
        <p:nvPr/>
      </p:nvGrpSpPr>
      <p:grpSpPr>
        <a:xfrm>
          <a:off x="0" y="0"/>
          <a:ext cx="0" cy="0"/>
          <a:chOff x="0" y="0"/>
          <a:chExt cx="0" cy="0"/>
        </a:xfrm>
      </p:grpSpPr>
      <p:pic>
        <p:nvPicPr>
          <p:cNvPr id="53" name="Google Shape;33;p6" descr="SIL_PPT_Footer.png"/>
          <p:cNvPicPr/>
          <p:nvPr/>
        </p:nvPicPr>
        <p:blipFill>
          <a:blip r:embed="rId2"/>
          <a:stretch/>
        </p:blipFill>
        <p:spPr>
          <a:xfrm>
            <a:off x="-9000" y="4637160"/>
            <a:ext cx="9153000" cy="506520"/>
          </a:xfrm>
          <a:prstGeom prst="rect">
            <a:avLst/>
          </a:prstGeom>
          <a:noFill/>
          <a:ln w="12600">
            <a:noFill/>
          </a:ln>
        </p:spPr>
      </p:pic>
      <p:sp>
        <p:nvSpPr>
          <p:cNvPr id="54" name="Google Shape;27;p5"/>
          <p:cNvSpPr/>
          <p:nvPr/>
        </p:nvSpPr>
        <p:spPr>
          <a:xfrm>
            <a:off x="0" y="-15480"/>
            <a:ext cx="9153000" cy="5194080"/>
          </a:xfrm>
          <a:custGeom>
            <a:avLst/>
            <a:gdLst/>
            <a:ahLst/>
            <a:rect l="l" t="t" r="r" b="b"/>
            <a:pathLst>
              <a:path w="21600" h="21600">
                <a:moveTo>
                  <a:pt x="0" y="0"/>
                </a:moveTo>
                <a:lnTo>
                  <a:pt x="21600" y="0"/>
                </a:lnTo>
                <a:lnTo>
                  <a:pt x="21600" y="21600"/>
                </a:lnTo>
                <a:lnTo>
                  <a:pt x="0" y="21600"/>
                </a:lnTo>
                <a:close/>
              </a:path>
            </a:pathLst>
          </a:custGeom>
          <a:solidFill>
            <a:srgbClr val="ffb71b"/>
          </a:solidFill>
          <a:ln w="0">
            <a:noFill/>
          </a:ln>
        </p:spPr>
        <p:style>
          <a:lnRef idx="0"/>
          <a:fillRef idx="0"/>
          <a:effectRef idx="0"/>
          <a:fontRef idx="minor"/>
        </p:style>
        <p:txBody>
          <a:bodyPr anchor="ctr" anchorCtr="1">
            <a:noAutofit/>
          </a:bodyPr>
          <a:p>
            <a:endParaRPr b="0" lang="en-US" sz="1800" strike="noStrike" u="none">
              <a:solidFill>
                <a:srgbClr val="000000"/>
              </a:solidFill>
              <a:effectLst/>
              <a:uFillTx/>
              <a:latin typeface="Arial"/>
            </a:endParaRPr>
          </a:p>
        </p:txBody>
      </p:sp>
      <p:pic>
        <p:nvPicPr>
          <p:cNvPr id="55" name="Google Shape;28;p5" descr=""/>
          <p:cNvPicPr/>
          <p:nvPr/>
        </p:nvPicPr>
        <p:blipFill>
          <a:blip r:embed="rId3"/>
          <a:stretch/>
        </p:blipFill>
        <p:spPr>
          <a:xfrm>
            <a:off x="6578640" y="1781280"/>
            <a:ext cx="2630880" cy="3709080"/>
          </a:xfrm>
          <a:prstGeom prst="rect">
            <a:avLst/>
          </a:prstGeom>
          <a:noFill/>
          <a:ln w="12600">
            <a:noFill/>
          </a:ln>
        </p:spPr>
      </p:pic>
      <p:pic>
        <p:nvPicPr>
          <p:cNvPr id="56" name="Google Shape;29;p5" descr=""/>
          <p:cNvPicPr/>
          <p:nvPr/>
        </p:nvPicPr>
        <p:blipFill>
          <a:blip r:embed="rId4"/>
          <a:stretch/>
        </p:blipFill>
        <p:spPr>
          <a:xfrm>
            <a:off x="-5760" y="-364320"/>
            <a:ext cx="2798640" cy="3405960"/>
          </a:xfrm>
          <a:prstGeom prst="rect">
            <a:avLst/>
          </a:prstGeom>
          <a:noFill/>
          <a:ln w="12600">
            <a:noFill/>
          </a:ln>
        </p:spPr>
      </p:pic>
      <p:sp>
        <p:nvSpPr>
          <p:cNvPr id="57" name="PlaceHolder 1"/>
          <p:cNvSpPr>
            <a:spLocks noGrp="1"/>
          </p:cNvSpPr>
          <p:nvPr>
            <p:ph type="title"/>
          </p:nvPr>
        </p:nvSpPr>
        <p:spPr>
          <a:xfrm>
            <a:off x="792720" y="3094920"/>
            <a:ext cx="7772400" cy="1093680"/>
          </a:xfrm>
          <a:prstGeom prst="rect">
            <a:avLst/>
          </a:prstGeom>
          <a:noFill/>
          <a:ln w="12600">
            <a:noFill/>
          </a:ln>
        </p:spPr>
        <p:txBody>
          <a:bodyPr lIns="0" rIns="91440" tIns="45720" bIns="45720" anchor="t">
            <a:noAutofit/>
          </a:bodyPr>
          <a:p>
            <a:pPr indent="0" algn="ctr">
              <a:buNone/>
            </a:pPr>
            <a:endParaRPr b="0" lang="en-US" sz="4400" strike="noStrike" u="none">
              <a:solidFill>
                <a:srgbClr val="000000"/>
              </a:solidFill>
              <a:effectLst/>
              <a:uFillTx/>
              <a:latin typeface="Arial"/>
            </a:endParaRPr>
          </a:p>
        </p:txBody>
      </p:sp>
      <p:pic>
        <p:nvPicPr>
          <p:cNvPr id="58" name="Picture 9" descr="Icon&#10;&#10;Description automatically generated"/>
          <p:cNvPicPr/>
          <p:nvPr/>
        </p:nvPicPr>
        <p:blipFill>
          <a:blip r:embed="rId5"/>
          <a:stretch/>
        </p:blipFill>
        <p:spPr>
          <a:xfrm>
            <a:off x="6813360" y="792000"/>
            <a:ext cx="1551600" cy="831960"/>
          </a:xfrm>
          <a:prstGeom prst="rect">
            <a:avLst/>
          </a:prstGeom>
          <a:noFill/>
          <a:ln w="12600">
            <a:noFill/>
          </a:ln>
        </p:spPr>
      </p:pic>
      <p:sp>
        <p:nvSpPr>
          <p:cNvPr id="59" name="PlaceHolder 2"/>
          <p:cNvSpPr>
            <a:spLocks noGrp="1"/>
          </p:cNvSpPr>
          <p:nvPr>
            <p:ph type="sldNum" idx="12"/>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BBEFB252-45D5-4FA9-AFEF-CF381B6E097C}"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
        <p:nvSpPr>
          <p:cNvPr id="60" name="PlaceHolder 3"/>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Master1-Layout5-obj-Single-Title-and-Content">
    <p:bg>
      <p:bgPr>
        <a:solidFill>
          <a:srgbClr val="ffffff"/>
        </a:solidFill>
      </p:bgPr>
    </p:bg>
    <p:spTree>
      <p:nvGrpSpPr>
        <p:cNvPr id="1" name=""/>
        <p:cNvGrpSpPr/>
        <p:nvPr/>
      </p:nvGrpSpPr>
      <p:grpSpPr>
        <a:xfrm>
          <a:off x="0" y="0"/>
          <a:ext cx="0" cy="0"/>
          <a:chOff x="0" y="0"/>
          <a:chExt cx="0" cy="0"/>
        </a:xfrm>
      </p:grpSpPr>
      <p:pic>
        <p:nvPicPr>
          <p:cNvPr id="68" name="Google Shape;33;p6" descr="SIL_PPT_Footer.png"/>
          <p:cNvPicPr/>
          <p:nvPr/>
        </p:nvPicPr>
        <p:blipFill>
          <a:blip r:embed="rId2"/>
          <a:stretch/>
        </p:blipFill>
        <p:spPr>
          <a:xfrm>
            <a:off x="-9000" y="4637160"/>
            <a:ext cx="9153000" cy="506520"/>
          </a:xfrm>
          <a:prstGeom prst="rect">
            <a:avLst/>
          </a:prstGeom>
          <a:noFill/>
          <a:ln w="12600">
            <a:noFill/>
          </a:ln>
        </p:spPr>
      </p:pic>
      <p:sp>
        <p:nvSpPr>
          <p:cNvPr id="69"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Click to edit Master title style</a:t>
            </a:r>
            <a:endParaRPr b="0" lang="en-US" sz="3000" strike="noStrike" u="none">
              <a:solidFill>
                <a:srgbClr val="000000"/>
              </a:solidFill>
              <a:effectLst/>
              <a:uFillTx/>
              <a:latin typeface="Arial"/>
            </a:endParaRPr>
          </a:p>
        </p:txBody>
      </p:sp>
      <p:sp>
        <p:nvSpPr>
          <p:cNvPr id="70" name="PlaceHolder 2"/>
          <p:cNvSpPr>
            <a:spLocks noGrp="1"/>
          </p:cNvSpPr>
          <p:nvPr>
            <p:ph type="title"/>
          </p:nvPr>
        </p:nvSpPr>
        <p:spPr>
          <a:xfrm>
            <a:off x="397800" y="1013040"/>
            <a:ext cx="8289000" cy="3565440"/>
          </a:xfrm>
          <a:prstGeom prst="rect">
            <a:avLst/>
          </a:prstGeom>
          <a:noFill/>
          <a:ln w="12600">
            <a:noFill/>
          </a:ln>
        </p:spPr>
        <p:txBody>
          <a:bodyPr lIns="91440" rIns="91440" tIns="91440" bIns="91440" anchor="t">
            <a:no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Click to edit Master text styles</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90000"/>
              </a:lnSpc>
              <a:spcBef>
                <a:spcPts val="499"/>
              </a:spcBef>
              <a:buClr>
                <a:srgbClr val="000000"/>
              </a:buClr>
              <a:buFont typeface="Arial"/>
              <a:buChar char="•"/>
            </a:pPr>
            <a:r>
              <a:rPr b="0" lang="en-US" sz="2000" strike="noStrike" u="none">
                <a:solidFill>
                  <a:srgbClr val="005cb9"/>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Fourth level</a:t>
            </a:r>
            <a:endParaRPr b="0" lang="en-US" sz="1800" strike="noStrike" u="none">
              <a:solidFill>
                <a:srgbClr val="000000"/>
              </a:solidFill>
              <a:effectLst/>
              <a:uFillTx/>
              <a:latin typeface="Arial"/>
            </a:endParaRPr>
          </a:p>
          <a:p>
            <a:pPr lvl="4" marL="20574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Fifth level</a:t>
            </a:r>
            <a:endParaRPr b="0" lang="en-US" sz="1800" strike="noStrike" u="none">
              <a:solidFill>
                <a:srgbClr val="000000"/>
              </a:solidFill>
              <a:effectLst/>
              <a:uFillTx/>
              <a:latin typeface="Arial"/>
            </a:endParaRPr>
          </a:p>
        </p:txBody>
      </p:sp>
      <p:sp>
        <p:nvSpPr>
          <p:cNvPr id="71" name="PlaceHolder 3"/>
          <p:cNvSpPr>
            <a:spLocks noGrp="1"/>
          </p:cNvSpPr>
          <p:nvPr>
            <p:ph type="dt" idx="14"/>
          </p:nvPr>
        </p:nvSpPr>
        <p:spPr>
          <a:xfrm>
            <a:off x="628560" y="4767120"/>
            <a:ext cx="2057400" cy="274680"/>
          </a:xfrm>
          <a:prstGeom prst="rect">
            <a:avLst/>
          </a:prstGeom>
          <a:noFill/>
          <a:ln w="12600">
            <a:noFill/>
          </a:ln>
        </p:spPr>
        <p:txBody>
          <a:bodyPr lIns="91440" rIns="91440" tIns="45720" bIns="45720" anchor="ctr">
            <a:noAutofit/>
          </a:bodyPr>
          <a:lstStyle>
            <a:lvl1pPr indent="0">
              <a:lnSpc>
                <a:spcPct val="100000"/>
              </a:lnSpc>
              <a:buNone/>
              <a:defRPr b="0" lang="en-US" sz="1200" strike="noStrike" u="none">
                <a:solidFill>
                  <a:srgbClr val="d9d9d9"/>
                </a:solidFill>
                <a:effectLst/>
                <a:uFillTx/>
                <a:latin typeface="Arial"/>
                <a:ea typeface="Arial"/>
              </a:defRPr>
            </a:lvl1pPr>
          </a:lstStyle>
          <a:p>
            <a:pPr indent="0">
              <a:lnSpc>
                <a:spcPct val="100000"/>
              </a:lnSpc>
              <a:buNone/>
            </a:pPr>
            <a:fld id="{C8B15A0F-D8A9-4E7A-A878-923BD7B40578}" type="datetime">
              <a:rPr b="0" lang="en-US" sz="1200" strike="noStrike" u="none">
                <a:solidFill>
                  <a:srgbClr val="d9d9d9"/>
                </a:solidFill>
                <a:effectLst/>
                <a:uFillTx/>
                <a:latin typeface="Arial"/>
                <a:ea typeface="Arial"/>
              </a:rPr>
              <a:t>11/4/25</a:t>
            </a:fld>
            <a:endParaRPr b="0" lang="en-US" sz="1200" strike="noStrike" u="none">
              <a:solidFill>
                <a:srgbClr val="000000"/>
              </a:solidFill>
              <a:effectLst/>
              <a:uFillTx/>
              <a:latin typeface="Times New Roman"/>
            </a:endParaRPr>
          </a:p>
        </p:txBody>
      </p:sp>
      <p:sp>
        <p:nvSpPr>
          <p:cNvPr id="72" name="PlaceHolder 4"/>
          <p:cNvSpPr>
            <a:spLocks noGrp="1"/>
          </p:cNvSpPr>
          <p:nvPr>
            <p:ph type="ftr" idx="15"/>
          </p:nvPr>
        </p:nvSpPr>
        <p:spPr>
          <a:xfrm>
            <a:off x="3029040" y="4767120"/>
            <a:ext cx="3085920" cy="274680"/>
          </a:xfrm>
          <a:prstGeom prst="rect">
            <a:avLst/>
          </a:prstGeom>
          <a:noFill/>
          <a:ln w="12600">
            <a:noFill/>
          </a:ln>
        </p:spPr>
        <p:txBody>
          <a:bodyPr lIns="91440" rIns="91440" tIns="45720" bIns="45720" anchor="ctr" anchorCtr="1">
            <a:noAutofit/>
          </a:bodyPr>
          <a:p>
            <a:pPr indent="0">
              <a:buNone/>
            </a:pPr>
            <a:endParaRPr b="0" lang="en-US" sz="2400" strike="noStrike" u="none">
              <a:solidFill>
                <a:srgbClr val="000000"/>
              </a:solidFill>
              <a:effectLst/>
              <a:uFillTx/>
              <a:latin typeface="Times New Roman"/>
            </a:endParaRPr>
          </a:p>
        </p:txBody>
      </p:sp>
      <p:sp>
        <p:nvSpPr>
          <p:cNvPr id="73" name="PlaceHolder 5"/>
          <p:cNvSpPr>
            <a:spLocks noGrp="1"/>
          </p:cNvSpPr>
          <p:nvPr>
            <p:ph type="sldNum" idx="16"/>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42FEB7E4-789C-4CBF-B9CE-422545989871}"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cxnSp>
        <p:nvCxnSpPr>
          <p:cNvPr id="74" name="Google Shape;34;p6"/>
          <p:cNvCxnSpPr/>
          <p:nvPr/>
        </p:nvCxnSpPr>
        <p:spPr>
          <a:xfrm>
            <a:off x="397800" y="943920"/>
            <a:ext cx="8348760" cy="360"/>
          </a:xfrm>
          <a:prstGeom prst="straightConnector1">
            <a:avLst/>
          </a:prstGeom>
          <a:ln w="9360">
            <a:solidFill>
              <a:srgbClr val="00a7e1"/>
            </a:solidFill>
            <a:round/>
          </a:ln>
        </p:spPr>
      </p:cxnSp>
      <p:sp>
        <p:nvSpPr>
          <p:cNvPr id="75" name="PlaceHolder 6"/>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1-Layout6-cust-Double-Title-and-Content">
    <p:bg>
      <p:bgPr>
        <a:solidFill>
          <a:srgbClr val="ffffff"/>
        </a:solidFill>
      </p:bgPr>
    </p:bg>
    <p:spTree>
      <p:nvGrpSpPr>
        <p:cNvPr id="1" name=""/>
        <p:cNvGrpSpPr/>
        <p:nvPr/>
      </p:nvGrpSpPr>
      <p:grpSpPr>
        <a:xfrm>
          <a:off x="0" y="0"/>
          <a:ext cx="0" cy="0"/>
          <a:chOff x="0" y="0"/>
          <a:chExt cx="0" cy="0"/>
        </a:xfrm>
      </p:grpSpPr>
      <p:pic>
        <p:nvPicPr>
          <p:cNvPr id="76" name="Google Shape;33;p6" descr="SIL_PPT_Footer.png"/>
          <p:cNvPicPr/>
          <p:nvPr/>
        </p:nvPicPr>
        <p:blipFill>
          <a:blip r:embed="rId2"/>
          <a:stretch/>
        </p:blipFill>
        <p:spPr>
          <a:xfrm>
            <a:off x="-9000" y="4637160"/>
            <a:ext cx="9153000" cy="506520"/>
          </a:xfrm>
          <a:prstGeom prst="rect">
            <a:avLst/>
          </a:prstGeom>
          <a:noFill/>
          <a:ln w="12600">
            <a:noFill/>
          </a:ln>
        </p:spPr>
      </p:pic>
      <p:pic>
        <p:nvPicPr>
          <p:cNvPr id="77" name="Google Shape;33;p6" descr="SIL_PPT_Footer.png"/>
          <p:cNvPicPr/>
          <p:nvPr/>
        </p:nvPicPr>
        <p:blipFill>
          <a:blip r:embed="rId3"/>
          <a:stretch/>
        </p:blipFill>
        <p:spPr>
          <a:xfrm>
            <a:off x="-9000" y="4637160"/>
            <a:ext cx="9153000" cy="506520"/>
          </a:xfrm>
          <a:prstGeom prst="rect">
            <a:avLst/>
          </a:prstGeom>
          <a:noFill/>
          <a:ln w="12600">
            <a:noFill/>
          </a:ln>
        </p:spPr>
      </p:pic>
      <p:cxnSp>
        <p:nvCxnSpPr>
          <p:cNvPr id="78" name="Google Shape;34;p6"/>
          <p:cNvCxnSpPr/>
          <p:nvPr/>
        </p:nvCxnSpPr>
        <p:spPr>
          <a:xfrm>
            <a:off x="397800" y="702720"/>
            <a:ext cx="8348760" cy="360"/>
          </a:xfrm>
          <a:prstGeom prst="straightConnector1">
            <a:avLst/>
          </a:prstGeom>
          <a:ln w="9360">
            <a:solidFill>
              <a:srgbClr val="00a7e1"/>
            </a:solidFill>
            <a:round/>
          </a:ln>
        </p:spPr>
      </p:cxnSp>
      <p:sp>
        <p:nvSpPr>
          <p:cNvPr id="79" name="PlaceHolder 1"/>
          <p:cNvSpPr>
            <a:spLocks noGrp="1"/>
          </p:cNvSpPr>
          <p:nvPr>
            <p:ph type="title"/>
          </p:nvPr>
        </p:nvSpPr>
        <p:spPr>
          <a:xfrm>
            <a:off x="353520" y="53280"/>
            <a:ext cx="8348400" cy="574200"/>
          </a:xfrm>
          <a:prstGeom prst="rect">
            <a:avLst/>
          </a:prstGeom>
          <a:noFill/>
          <a:ln w="12600">
            <a:noFill/>
          </a:ln>
        </p:spPr>
        <p:txBody>
          <a:bodyPr lIns="91440" rIns="91440" tIns="91440" bIns="91440" anchor="t">
            <a:noAutofit/>
          </a:bodyPr>
          <a:p>
            <a:pPr indent="0" algn="ctr">
              <a:buNone/>
            </a:pPr>
            <a:endParaRPr b="0" lang="en-US" sz="4400" strike="noStrike" u="none">
              <a:solidFill>
                <a:srgbClr val="000000"/>
              </a:solidFill>
              <a:effectLst/>
              <a:uFillTx/>
              <a:latin typeface="Arial"/>
            </a:endParaRPr>
          </a:p>
        </p:txBody>
      </p:sp>
      <p:sp>
        <p:nvSpPr>
          <p:cNvPr id="80" name="PlaceHolder 2"/>
          <p:cNvSpPr>
            <a:spLocks noGrp="1"/>
          </p:cNvSpPr>
          <p:nvPr>
            <p:ph type="title"/>
          </p:nvPr>
        </p:nvSpPr>
        <p:spPr>
          <a:xfrm>
            <a:off x="353880" y="1378080"/>
            <a:ext cx="8346960" cy="3184560"/>
          </a:xfrm>
          <a:prstGeom prst="rect">
            <a:avLst/>
          </a:prstGeom>
          <a:noFill/>
          <a:ln w="12600">
            <a:noFill/>
          </a:ln>
        </p:spPr>
        <p:txBody>
          <a:bodyPr lIns="91440" rIns="91440" tIns="91440" bIns="91440" anchor="t">
            <a:no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Click to edit Master text styles</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90000"/>
              </a:lnSpc>
              <a:spcBef>
                <a:spcPts val="499"/>
              </a:spcBef>
              <a:buClr>
                <a:srgbClr val="000000"/>
              </a:buClr>
              <a:buFont typeface="Arial"/>
              <a:buChar char="•"/>
            </a:pPr>
            <a:r>
              <a:rPr b="0" lang="en-US" sz="2000" strike="noStrike" u="none">
                <a:solidFill>
                  <a:srgbClr val="005cb9"/>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Fourth level</a:t>
            </a:r>
            <a:endParaRPr b="0" lang="en-US" sz="1800" strike="noStrike" u="none">
              <a:solidFill>
                <a:srgbClr val="000000"/>
              </a:solidFill>
              <a:effectLst/>
              <a:uFillTx/>
              <a:latin typeface="Arial"/>
            </a:endParaRPr>
          </a:p>
          <a:p>
            <a:pPr lvl="4" marL="20574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Fifth level</a:t>
            </a:r>
            <a:endParaRPr b="0" lang="en-US" sz="1800" strike="noStrike" u="none">
              <a:solidFill>
                <a:srgbClr val="000000"/>
              </a:solidFill>
              <a:effectLst/>
              <a:uFillTx/>
              <a:latin typeface="Arial"/>
            </a:endParaRPr>
          </a:p>
        </p:txBody>
      </p:sp>
      <p:sp>
        <p:nvSpPr>
          <p:cNvPr id="81" name="PlaceHolder 3"/>
          <p:cNvSpPr>
            <a:spLocks noGrp="1"/>
          </p:cNvSpPr>
          <p:nvPr>
            <p:ph type="dt" idx="17"/>
          </p:nvPr>
        </p:nvSpPr>
        <p:spPr>
          <a:xfrm>
            <a:off x="628560" y="4767120"/>
            <a:ext cx="2057400" cy="274680"/>
          </a:xfrm>
          <a:prstGeom prst="rect">
            <a:avLst/>
          </a:prstGeom>
          <a:noFill/>
          <a:ln w="12600">
            <a:noFill/>
          </a:ln>
        </p:spPr>
        <p:txBody>
          <a:bodyPr lIns="91440" rIns="91440" tIns="45720" bIns="45720" anchor="ctr">
            <a:noAutofit/>
          </a:bodyPr>
          <a:lstStyle>
            <a:lvl1pPr indent="0">
              <a:lnSpc>
                <a:spcPct val="100000"/>
              </a:lnSpc>
              <a:buNone/>
              <a:defRPr b="0" lang="en-US" sz="1200" strike="noStrike" u="none">
                <a:solidFill>
                  <a:srgbClr val="d9d9d9"/>
                </a:solidFill>
                <a:effectLst/>
                <a:uFillTx/>
                <a:latin typeface="Arial"/>
                <a:ea typeface="Arial"/>
              </a:defRPr>
            </a:lvl1pPr>
          </a:lstStyle>
          <a:p>
            <a:pPr indent="0">
              <a:lnSpc>
                <a:spcPct val="100000"/>
              </a:lnSpc>
              <a:buNone/>
            </a:pPr>
            <a:fld id="{76396F3D-74FD-4A81-A64E-091D3D267873}" type="datetime">
              <a:rPr b="0" lang="en-US" sz="1200" strike="noStrike" u="none">
                <a:solidFill>
                  <a:srgbClr val="d9d9d9"/>
                </a:solidFill>
                <a:effectLst/>
                <a:uFillTx/>
                <a:latin typeface="Arial"/>
                <a:ea typeface="Arial"/>
              </a:rPr>
              <a:t>11/4/25</a:t>
            </a:fld>
            <a:endParaRPr b="0" lang="en-US" sz="1200" strike="noStrike" u="none">
              <a:solidFill>
                <a:srgbClr val="000000"/>
              </a:solidFill>
              <a:effectLst/>
              <a:uFillTx/>
              <a:latin typeface="Times New Roman"/>
            </a:endParaRPr>
          </a:p>
        </p:txBody>
      </p:sp>
      <p:sp>
        <p:nvSpPr>
          <p:cNvPr id="82" name="PlaceHolder 4"/>
          <p:cNvSpPr>
            <a:spLocks noGrp="1"/>
          </p:cNvSpPr>
          <p:nvPr>
            <p:ph type="ftr" idx="18"/>
          </p:nvPr>
        </p:nvSpPr>
        <p:spPr>
          <a:xfrm>
            <a:off x="3029040" y="4767120"/>
            <a:ext cx="3085920" cy="274680"/>
          </a:xfrm>
          <a:prstGeom prst="rect">
            <a:avLst/>
          </a:prstGeom>
          <a:noFill/>
          <a:ln w="12600">
            <a:noFill/>
          </a:ln>
        </p:spPr>
        <p:txBody>
          <a:bodyPr lIns="91440" rIns="91440" tIns="45720" bIns="45720" anchor="ctr" anchorCtr="1">
            <a:noAutofit/>
          </a:bodyPr>
          <a:p>
            <a:pPr indent="0">
              <a:buNone/>
            </a:pPr>
            <a:endParaRPr b="0" lang="en-US" sz="2400" strike="noStrike" u="none">
              <a:solidFill>
                <a:srgbClr val="000000"/>
              </a:solidFill>
              <a:effectLst/>
              <a:uFillTx/>
              <a:latin typeface="Times New Roman"/>
            </a:endParaRPr>
          </a:p>
        </p:txBody>
      </p:sp>
      <p:sp>
        <p:nvSpPr>
          <p:cNvPr id="83" name="PlaceHolder 5"/>
          <p:cNvSpPr>
            <a:spLocks noGrp="1"/>
          </p:cNvSpPr>
          <p:nvPr>
            <p:ph type="sldNum" idx="19"/>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ED3FF319-0AD5-4277-82B0-CCE6CB3DB9CE}"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1-Layout7-twoObj-Double-Content">
    <p:bg>
      <p:bgPr>
        <a:solidFill>
          <a:srgbClr val="ffffff"/>
        </a:solidFill>
      </p:bgPr>
    </p:bg>
    <p:spTree>
      <p:nvGrpSpPr>
        <p:cNvPr id="1" name=""/>
        <p:cNvGrpSpPr/>
        <p:nvPr/>
      </p:nvGrpSpPr>
      <p:grpSpPr>
        <a:xfrm>
          <a:off x="0" y="0"/>
          <a:ext cx="0" cy="0"/>
          <a:chOff x="0" y="0"/>
          <a:chExt cx="0" cy="0"/>
        </a:xfrm>
      </p:grpSpPr>
      <p:pic>
        <p:nvPicPr>
          <p:cNvPr id="84" name="Google Shape;33;p6" descr="SIL_PPT_Footer.png"/>
          <p:cNvPicPr/>
          <p:nvPr/>
        </p:nvPicPr>
        <p:blipFill>
          <a:blip r:embed="rId2"/>
          <a:stretch/>
        </p:blipFill>
        <p:spPr>
          <a:xfrm>
            <a:off x="-9000" y="4637160"/>
            <a:ext cx="9153000" cy="506520"/>
          </a:xfrm>
          <a:prstGeom prst="rect">
            <a:avLst/>
          </a:prstGeom>
          <a:noFill/>
          <a:ln w="12600">
            <a:noFill/>
          </a:ln>
        </p:spPr>
      </p:pic>
      <p:sp>
        <p:nvSpPr>
          <p:cNvPr id="85" name="PlaceHolder 1"/>
          <p:cNvSpPr>
            <a:spLocks noGrp="1"/>
          </p:cNvSpPr>
          <p:nvPr>
            <p:ph type="title"/>
          </p:nvPr>
        </p:nvSpPr>
        <p:spPr>
          <a:xfrm>
            <a:off x="628560" y="274680"/>
            <a:ext cx="788688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Click to edit Master title style</a:t>
            </a:r>
            <a:endParaRPr b="0" lang="en-US" sz="3000" strike="noStrike" u="none">
              <a:solidFill>
                <a:srgbClr val="000000"/>
              </a:solidFill>
              <a:effectLst/>
              <a:uFillTx/>
              <a:latin typeface="Arial"/>
            </a:endParaRPr>
          </a:p>
        </p:txBody>
      </p:sp>
      <p:sp>
        <p:nvSpPr>
          <p:cNvPr id="86" name="PlaceHolder 2"/>
          <p:cNvSpPr>
            <a:spLocks noGrp="1"/>
          </p:cNvSpPr>
          <p:nvPr>
            <p:ph type="title"/>
          </p:nvPr>
        </p:nvSpPr>
        <p:spPr>
          <a:xfrm>
            <a:off x="628560" y="1017720"/>
            <a:ext cx="3867120" cy="3548160"/>
          </a:xfrm>
          <a:prstGeom prst="rect">
            <a:avLst/>
          </a:prstGeom>
          <a:noFill/>
          <a:ln w="12600">
            <a:noFill/>
          </a:ln>
        </p:spPr>
        <p:txBody>
          <a:bodyPr lIns="91440" rIns="91440" tIns="91440" bIns="91440" anchor="t">
            <a:no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Click to edit Master text styles</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90000"/>
              </a:lnSpc>
              <a:spcBef>
                <a:spcPts val="499"/>
              </a:spcBef>
              <a:buClr>
                <a:srgbClr val="000000"/>
              </a:buClr>
              <a:buFont typeface="Arial"/>
              <a:buChar char="•"/>
            </a:pPr>
            <a:r>
              <a:rPr b="0" lang="en-US" sz="2000" strike="noStrike" u="none">
                <a:solidFill>
                  <a:srgbClr val="005cb9"/>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Fourth level</a:t>
            </a:r>
            <a:endParaRPr b="0" lang="en-US" sz="1800" strike="noStrike" u="none">
              <a:solidFill>
                <a:srgbClr val="000000"/>
              </a:solidFill>
              <a:effectLst/>
              <a:uFillTx/>
              <a:latin typeface="Arial"/>
            </a:endParaRPr>
          </a:p>
          <a:p>
            <a:pPr lvl="4" marL="20574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Fifth level</a:t>
            </a:r>
            <a:endParaRPr b="0" lang="en-US" sz="1800" strike="noStrike" u="none">
              <a:solidFill>
                <a:srgbClr val="000000"/>
              </a:solidFill>
              <a:effectLst/>
              <a:uFillTx/>
              <a:latin typeface="Arial"/>
            </a:endParaRPr>
          </a:p>
        </p:txBody>
      </p:sp>
      <p:sp>
        <p:nvSpPr>
          <p:cNvPr id="87" name="PlaceHolder 3"/>
          <p:cNvSpPr>
            <a:spLocks noGrp="1"/>
          </p:cNvSpPr>
          <p:nvPr>
            <p:ph type="title"/>
          </p:nvPr>
        </p:nvSpPr>
        <p:spPr>
          <a:xfrm>
            <a:off x="4648320" y="1017720"/>
            <a:ext cx="3867120" cy="3548160"/>
          </a:xfrm>
          <a:prstGeom prst="rect">
            <a:avLst/>
          </a:prstGeom>
          <a:noFill/>
          <a:ln w="12600">
            <a:noFill/>
          </a:ln>
        </p:spPr>
        <p:txBody>
          <a:bodyPr lIns="91440" rIns="91440" tIns="91440" bIns="91440" anchor="t">
            <a:no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Click to edit Master text styles</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90000"/>
              </a:lnSpc>
              <a:spcBef>
                <a:spcPts val="499"/>
              </a:spcBef>
              <a:buClr>
                <a:srgbClr val="000000"/>
              </a:buClr>
              <a:buFont typeface="Arial"/>
              <a:buChar char="•"/>
            </a:pPr>
            <a:r>
              <a:rPr b="0" lang="en-US" sz="2000" strike="noStrike" u="none">
                <a:solidFill>
                  <a:srgbClr val="005cb9"/>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Fourth level</a:t>
            </a:r>
            <a:endParaRPr b="0" lang="en-US" sz="1800" strike="noStrike" u="none">
              <a:solidFill>
                <a:srgbClr val="000000"/>
              </a:solidFill>
              <a:effectLst/>
              <a:uFillTx/>
              <a:latin typeface="Arial"/>
            </a:endParaRPr>
          </a:p>
          <a:p>
            <a:pPr lvl="4" marL="2057400" indent="-228600">
              <a:lnSpc>
                <a:spcPct val="90000"/>
              </a:lnSpc>
              <a:spcBef>
                <a:spcPts val="499"/>
              </a:spcBef>
              <a:buClr>
                <a:srgbClr val="000000"/>
              </a:buClr>
              <a:buFont typeface="Arial"/>
              <a:buChar char="•"/>
            </a:pPr>
            <a:r>
              <a:rPr b="0" lang="en-US" sz="1800" strike="noStrike" u="none">
                <a:solidFill>
                  <a:srgbClr val="005cb9"/>
                </a:solidFill>
                <a:effectLst/>
                <a:uFillTx/>
                <a:latin typeface="Calibri"/>
              </a:rPr>
              <a:t>Fifth level</a:t>
            </a:r>
            <a:endParaRPr b="0" lang="en-US" sz="1800" strike="noStrike" u="none">
              <a:solidFill>
                <a:srgbClr val="000000"/>
              </a:solidFill>
              <a:effectLst/>
              <a:uFillTx/>
              <a:latin typeface="Arial"/>
            </a:endParaRPr>
          </a:p>
        </p:txBody>
      </p:sp>
      <p:sp>
        <p:nvSpPr>
          <p:cNvPr id="88" name="PlaceHolder 4"/>
          <p:cNvSpPr>
            <a:spLocks noGrp="1"/>
          </p:cNvSpPr>
          <p:nvPr>
            <p:ph type="dt" idx="20"/>
          </p:nvPr>
        </p:nvSpPr>
        <p:spPr>
          <a:xfrm>
            <a:off x="628560" y="4767120"/>
            <a:ext cx="2057400" cy="274680"/>
          </a:xfrm>
          <a:prstGeom prst="rect">
            <a:avLst/>
          </a:prstGeom>
          <a:noFill/>
          <a:ln w="12600">
            <a:noFill/>
          </a:ln>
        </p:spPr>
        <p:txBody>
          <a:bodyPr lIns="91440" rIns="91440" tIns="45720" bIns="45720" anchor="ctr">
            <a:noAutofit/>
          </a:bodyPr>
          <a:lstStyle>
            <a:lvl1pPr indent="0">
              <a:lnSpc>
                <a:spcPct val="100000"/>
              </a:lnSpc>
              <a:buNone/>
              <a:defRPr b="0" lang="en-US" sz="1200" strike="noStrike" u="none">
                <a:solidFill>
                  <a:srgbClr val="d9d9d9"/>
                </a:solidFill>
                <a:effectLst/>
                <a:uFillTx/>
                <a:latin typeface="Arial"/>
                <a:ea typeface="Arial"/>
              </a:defRPr>
            </a:lvl1pPr>
          </a:lstStyle>
          <a:p>
            <a:pPr indent="0">
              <a:lnSpc>
                <a:spcPct val="100000"/>
              </a:lnSpc>
              <a:buNone/>
            </a:pPr>
            <a:fld id="{D57E024C-6A79-4C50-9C9A-DBAA243219E4}" type="datetime">
              <a:rPr b="0" lang="en-US" sz="1200" strike="noStrike" u="none">
                <a:solidFill>
                  <a:srgbClr val="d9d9d9"/>
                </a:solidFill>
                <a:effectLst/>
                <a:uFillTx/>
                <a:latin typeface="Arial"/>
                <a:ea typeface="Arial"/>
              </a:rPr>
              <a:t>11/4/25</a:t>
            </a:fld>
            <a:endParaRPr b="0" lang="en-US" sz="1200" strike="noStrike" u="none">
              <a:solidFill>
                <a:srgbClr val="000000"/>
              </a:solidFill>
              <a:effectLst/>
              <a:uFillTx/>
              <a:latin typeface="Times New Roman"/>
            </a:endParaRPr>
          </a:p>
        </p:txBody>
      </p:sp>
      <p:sp>
        <p:nvSpPr>
          <p:cNvPr id="89" name="PlaceHolder 5"/>
          <p:cNvSpPr>
            <a:spLocks noGrp="1"/>
          </p:cNvSpPr>
          <p:nvPr>
            <p:ph type="ftr" idx="21"/>
          </p:nvPr>
        </p:nvSpPr>
        <p:spPr>
          <a:xfrm>
            <a:off x="3029040" y="4767120"/>
            <a:ext cx="3085920" cy="274680"/>
          </a:xfrm>
          <a:prstGeom prst="rect">
            <a:avLst/>
          </a:prstGeom>
          <a:noFill/>
          <a:ln w="12600">
            <a:noFill/>
          </a:ln>
        </p:spPr>
        <p:txBody>
          <a:bodyPr lIns="91440" rIns="91440" tIns="45720" bIns="45720" anchor="ctr" anchorCtr="1">
            <a:noAutofit/>
          </a:bodyPr>
          <a:p>
            <a:pPr indent="0">
              <a:buNone/>
            </a:pPr>
            <a:endParaRPr b="0" lang="en-US" sz="2400" strike="noStrike" u="none">
              <a:solidFill>
                <a:srgbClr val="000000"/>
              </a:solidFill>
              <a:effectLst/>
              <a:uFillTx/>
              <a:latin typeface="Times New Roman"/>
            </a:endParaRPr>
          </a:p>
        </p:txBody>
      </p:sp>
      <p:sp>
        <p:nvSpPr>
          <p:cNvPr id="90" name="PlaceHolder 6"/>
          <p:cNvSpPr>
            <a:spLocks noGrp="1"/>
          </p:cNvSpPr>
          <p:nvPr>
            <p:ph type="sldNum" idx="22"/>
          </p:nvPr>
        </p:nvSpPr>
        <p:spPr>
          <a:xfrm>
            <a:off x="6458040" y="4767120"/>
            <a:ext cx="2057400" cy="274680"/>
          </a:xfrm>
          <a:prstGeom prst="rect">
            <a:avLst/>
          </a:prstGeom>
          <a:noFill/>
          <a:ln w="12600">
            <a:noFill/>
          </a:ln>
        </p:spPr>
        <p:txBody>
          <a:bodyPr lIns="91440" rIns="91440" tIns="45720" bIns="45720" anchor="ctr">
            <a:noAutofit/>
          </a:bodyPr>
          <a:lstStyle>
            <a:lvl1pPr indent="0" algn="r">
              <a:lnSpc>
                <a:spcPct val="100000"/>
              </a:lnSpc>
              <a:buNone/>
              <a:defRPr b="0" lang="en-US" sz="1200" strike="noStrike" u="none">
                <a:solidFill>
                  <a:srgbClr val="d9d9d9"/>
                </a:solidFill>
                <a:effectLst/>
                <a:uFillTx/>
                <a:latin typeface="Arial"/>
                <a:ea typeface="Arial"/>
              </a:defRPr>
            </a:lvl1pPr>
          </a:lstStyle>
          <a:p>
            <a:pPr indent="0" algn="r">
              <a:lnSpc>
                <a:spcPct val="100000"/>
              </a:lnSpc>
              <a:buNone/>
            </a:pPr>
            <a:fld id="{EF9BBABC-3DD0-4274-B3DE-54E74186CB8F}" type="slidenum">
              <a:rPr b="0" lang="en-US" sz="1200" strike="noStrike" u="none">
                <a:solidFill>
                  <a:srgbClr val="d9d9d9"/>
                </a:solidFill>
                <a:effectLst/>
                <a:uFillTx/>
                <a:latin typeface="Arial"/>
                <a:ea typeface="Arial"/>
              </a:rPr>
              <a:t>&lt;number&gt;</a:t>
            </a:fld>
            <a:endParaRPr b="0" lang="en-US" sz="1200" strike="noStrike" u="none">
              <a:solidFill>
                <a:srgbClr val="000000"/>
              </a:solidFill>
              <a:effectLst/>
              <a:uFillTx/>
              <a:latin typeface="Times New Roman"/>
            </a:endParaRPr>
          </a:p>
        </p:txBody>
      </p:sp>
      <p:cxnSp>
        <p:nvCxnSpPr>
          <p:cNvPr id="91" name="Google Shape;34;p6"/>
          <p:cNvCxnSpPr/>
          <p:nvPr/>
        </p:nvCxnSpPr>
        <p:spPr>
          <a:xfrm>
            <a:off x="397800" y="943920"/>
            <a:ext cx="8348760" cy="360"/>
          </a:xfrm>
          <a:prstGeom prst="straightConnector1">
            <a:avLst/>
          </a:prstGeom>
          <a:ln w="9360">
            <a:solidFill>
              <a:srgbClr val="00a7e1"/>
            </a:solidFill>
            <a:round/>
          </a:ln>
        </p:spPr>
      </p:cxnSp>
      <p:sp>
        <p:nvSpPr>
          <p:cNvPr id="92" name="PlaceHolder 7"/>
          <p:cNvSpPr>
            <a:spLocks noGrp="1"/>
          </p:cNvSpPr>
          <p:nvPr>
            <p:ph type="body"/>
          </p:nvPr>
        </p:nvSpPr>
        <p:spPr>
          <a:xfrm>
            <a:off x="457200" y="1203480"/>
            <a:ext cx="8229240" cy="2982600"/>
          </a:xfrm>
          <a:prstGeom prst="rect">
            <a:avLst/>
          </a:prstGeom>
          <a:noFill/>
          <a:ln w="1260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 name="PlaceHolder 1"/>
          <p:cNvSpPr>
            <a:spLocks noGrp="1"/>
          </p:cNvSpPr>
          <p:nvPr>
            <p:ph type="subTitle"/>
          </p:nvPr>
        </p:nvSpPr>
        <p:spPr>
          <a:xfrm>
            <a:off x="795600" y="3487320"/>
            <a:ext cx="8242200" cy="650160"/>
          </a:xfrm>
          <a:prstGeom prst="rect">
            <a:avLst/>
          </a:prstGeom>
          <a:noFill/>
          <a:ln w="12600">
            <a:noFill/>
          </a:ln>
        </p:spPr>
        <p:txBody>
          <a:bodyPr lIns="0" rIns="91440" tIns="45720" bIns="45720" anchor="t">
            <a:noAutofit/>
          </a:bodyPr>
          <a:p>
            <a:pPr marL="228600" indent="-228600">
              <a:lnSpc>
                <a:spcPct val="100000"/>
              </a:lnSpc>
            </a:pPr>
            <a:r>
              <a:rPr b="0" lang="en-US" sz="3200" strike="noStrike" u="none">
                <a:solidFill>
                  <a:srgbClr val="00a7e1"/>
                </a:solidFill>
                <a:effectLst/>
                <a:uFillTx/>
                <a:latin typeface="Source Sans Pro SemiBold"/>
                <a:ea typeface="Source Sans Pro SemiBold"/>
              </a:rPr>
              <a:t>with Claude Code and others</a:t>
            </a:r>
            <a:endParaRPr b="0" lang="en-US" sz="3200" strike="noStrike" u="none">
              <a:solidFill>
                <a:srgbClr val="000000"/>
              </a:solidFill>
              <a:effectLst/>
              <a:uFillTx/>
              <a:latin typeface="Arial"/>
            </a:endParaRPr>
          </a:p>
        </p:txBody>
      </p:sp>
      <p:sp>
        <p:nvSpPr>
          <p:cNvPr id="94" name="PlaceHolder 2"/>
          <p:cNvSpPr>
            <a:spLocks noGrp="1"/>
          </p:cNvSpPr>
          <p:nvPr>
            <p:ph type="title"/>
          </p:nvPr>
        </p:nvSpPr>
        <p:spPr>
          <a:xfrm>
            <a:off x="807480" y="2639160"/>
            <a:ext cx="7984440" cy="749520"/>
          </a:xfrm>
          <a:prstGeom prst="rect">
            <a:avLst/>
          </a:prstGeom>
          <a:noFill/>
          <a:ln w="12600">
            <a:noFill/>
          </a:ln>
        </p:spPr>
        <p:txBody>
          <a:bodyPr lIns="0" rIns="91440" tIns="45720" bIns="45720" anchor="b">
            <a:noAutofit/>
          </a:bodyPr>
          <a:p>
            <a:pPr indent="0">
              <a:lnSpc>
                <a:spcPct val="90000"/>
              </a:lnSpc>
              <a:buNone/>
            </a:pPr>
            <a:r>
              <a:rPr b="0" lang="en-US" sz="4800" strike="noStrike" u="none">
                <a:solidFill>
                  <a:srgbClr val="005cb9"/>
                </a:solidFill>
                <a:effectLst/>
                <a:uFillTx/>
                <a:latin typeface="Source Sans Pro SemiBold"/>
                <a:ea typeface="Source Sans Pro SemiBold"/>
              </a:rPr>
              <a:t>Vibe Coding</a:t>
            </a:r>
            <a:endParaRPr b="0" lang="en-US" sz="4800" strike="noStrike" u="none">
              <a:solidFill>
                <a:srgbClr val="000000"/>
              </a:solidFill>
              <a:effectLst/>
              <a:uFillTx/>
              <a:latin typeface="Arial"/>
            </a:endParaRPr>
          </a:p>
        </p:txBody>
      </p:sp>
      <p:sp>
        <p:nvSpPr>
          <p:cNvPr id="95" name="PlaceHolder 3"/>
          <p:cNvSpPr>
            <a:spLocks noGrp="1"/>
          </p:cNvSpPr>
          <p:nvPr>
            <p:ph/>
          </p:nvPr>
        </p:nvSpPr>
        <p:spPr>
          <a:xfrm>
            <a:off x="743400" y="4236120"/>
            <a:ext cx="7609320" cy="399240"/>
          </a:xfrm>
          <a:prstGeom prst="rect">
            <a:avLst/>
          </a:prstGeom>
          <a:noFill/>
          <a:ln w="12600">
            <a:noFill/>
          </a:ln>
        </p:spPr>
        <p:txBody>
          <a:bodyPr lIns="91440" rIns="91440" tIns="91440" bIns="91440" anchor="t">
            <a:normAutofit fontScale="77500" lnSpcReduction="19999"/>
          </a:bodyPr>
          <a:p>
            <a:pPr marL="114480" indent="0">
              <a:lnSpc>
                <a:spcPct val="90000"/>
              </a:lnSpc>
            </a:pPr>
            <a:r>
              <a:rPr b="0" lang="en-US" sz="2400" strike="noStrike" u="none">
                <a:solidFill>
                  <a:srgbClr val="005cb9"/>
                </a:solidFill>
                <a:effectLst/>
                <a:uFillTx/>
                <a:latin typeface="Source Sans Pro"/>
                <a:ea typeface="Source Sans Pro"/>
              </a:rPr>
              <a:t>Matthew Lee</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792720" y="3092400"/>
            <a:ext cx="7772400" cy="1093680"/>
          </a:xfrm>
          <a:prstGeom prst="rect">
            <a:avLst/>
          </a:prstGeom>
          <a:noFill/>
          <a:ln w="12600">
            <a:noFill/>
          </a:ln>
        </p:spPr>
        <p:txBody>
          <a:bodyPr lIns="0" rIns="91440" tIns="45720" bIns="45720" anchor="t">
            <a:noAutofit/>
          </a:bodyPr>
          <a:p>
            <a:pPr indent="0">
              <a:lnSpc>
                <a:spcPct val="95000"/>
              </a:lnSpc>
              <a:buNone/>
            </a:pPr>
            <a:r>
              <a:rPr b="0" lang="en-US" sz="4800" strike="noStrike" u="none">
                <a:solidFill>
                  <a:srgbClr val="ffffff"/>
                </a:solidFill>
                <a:effectLst/>
                <a:uFillTx/>
                <a:latin typeface="Source Sans Pro SemiBold"/>
                <a:ea typeface="Source Sans Pro SemiBold"/>
              </a:rPr>
              <a:t>Starting Point</a:t>
            </a:r>
            <a:endParaRPr b="0" lang="en-US" sz="4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7"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2800" strike="noStrike" u="none">
                <a:solidFill>
                  <a:srgbClr val="00a7e1"/>
                </a:solidFill>
                <a:effectLst/>
                <a:uFillTx/>
                <a:latin typeface="Source Sans Pro SemiBold"/>
                <a:ea typeface="Source Sans Pro SemiBold"/>
              </a:rPr>
              <a:t>Have you ever wished ChatGPT could do it for you?</a:t>
            </a:r>
            <a:endParaRPr b="0" lang="en-US" sz="2800" strike="noStrike" u="none">
              <a:solidFill>
                <a:srgbClr val="000000"/>
              </a:solidFill>
              <a:effectLst/>
              <a:uFillTx/>
              <a:latin typeface="Arial"/>
            </a:endParaRPr>
          </a:p>
        </p:txBody>
      </p:sp>
      <p:sp>
        <p:nvSpPr>
          <p:cNvPr id="98"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It suggests creating 3 files, and you have to create and paste them to test.</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When making changes, you copy back and forth, and things that were working get broken.</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PlaceHolder 1"/>
          <p:cNvSpPr>
            <a:spLocks noGrp="1"/>
          </p:cNvSpPr>
          <p:nvPr>
            <p:ph type="title"/>
          </p:nvPr>
        </p:nvSpPr>
        <p:spPr>
          <a:xfrm>
            <a:off x="628560" y="274680"/>
            <a:ext cx="788688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General Vibe Coding Platforms</a:t>
            </a:r>
            <a:endParaRPr b="0" lang="en-US" sz="3000" strike="noStrike" u="none">
              <a:solidFill>
                <a:srgbClr val="000000"/>
              </a:solidFill>
              <a:effectLst/>
              <a:uFillTx/>
              <a:latin typeface="Arial"/>
            </a:endParaRPr>
          </a:p>
        </p:txBody>
      </p:sp>
      <p:sp>
        <p:nvSpPr>
          <p:cNvPr id="100" name="PlaceHolder 2"/>
          <p:cNvSpPr>
            <a:spLocks noGrp="1"/>
          </p:cNvSpPr>
          <p:nvPr>
            <p:ph/>
          </p:nvPr>
        </p:nvSpPr>
        <p:spPr>
          <a:xfrm>
            <a:off x="122040" y="1017720"/>
            <a:ext cx="4374000" cy="3379320"/>
          </a:xfrm>
          <a:prstGeom prst="rect">
            <a:avLst/>
          </a:prstGeom>
          <a:noFill/>
          <a:ln w="12600">
            <a:noFill/>
          </a:ln>
        </p:spPr>
        <p:txBody>
          <a:bodyPr lIns="91440" rIns="91440" tIns="91440" bIns="91440" anchor="t">
            <a:normAutofit lnSpcReduction="9999"/>
          </a:bodyPr>
          <a:p>
            <a:pPr indent="0">
              <a:lnSpc>
                <a:spcPct val="90000"/>
              </a:lnSpc>
              <a:spcBef>
                <a:spcPts val="1001"/>
              </a:spcBef>
            </a:pPr>
            <a:r>
              <a:rPr b="1" lang="en-US" sz="2000" strike="noStrike" u="none">
                <a:solidFill>
                  <a:srgbClr val="005cb9"/>
                </a:solidFill>
                <a:effectLst/>
                <a:uFillTx/>
                <a:latin typeface="Source Sans Pro"/>
                <a:ea typeface="Source Sans Pro"/>
              </a:rPr>
              <a:t>Branded</a:t>
            </a:r>
            <a:endParaRPr b="0" lang="en-US" sz="20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000" strike="noStrike" u="none">
                <a:solidFill>
                  <a:srgbClr val="005cb9"/>
                </a:solidFill>
                <a:effectLst/>
                <a:uFillTx/>
                <a:latin typeface="Source Sans Pro"/>
                <a:ea typeface="Source Sans Pro"/>
              </a:rPr>
              <a:t>Claude Code (Anthropic)</a:t>
            </a:r>
            <a:endParaRPr b="0" lang="en-US" sz="20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000" strike="noStrike" u="none">
                <a:solidFill>
                  <a:srgbClr val="005cb9"/>
                </a:solidFill>
                <a:effectLst/>
                <a:uFillTx/>
                <a:latin typeface="Source Sans Pro"/>
                <a:ea typeface="Source Sans Pro"/>
              </a:rPr>
              <a:t>Gemini CLI (Google)</a:t>
            </a:r>
            <a:endParaRPr b="0" lang="en-US" sz="20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000" strike="noStrike" u="none">
                <a:solidFill>
                  <a:srgbClr val="005cb9"/>
                </a:solidFill>
                <a:effectLst/>
                <a:uFillTx/>
                <a:latin typeface="Source Sans Pro"/>
                <a:ea typeface="Source Sans Pro"/>
              </a:rPr>
              <a:t>Codex (OpenAI)</a:t>
            </a:r>
            <a:endParaRPr b="0" lang="en-US" sz="20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000" strike="noStrike" u="none">
                <a:solidFill>
                  <a:srgbClr val="005cb9"/>
                </a:solidFill>
                <a:effectLst/>
                <a:uFillTx/>
                <a:latin typeface="Source Sans Pro"/>
                <a:ea typeface="Source Sans Pro"/>
              </a:rPr>
              <a:t>Copilot (Microsoft)</a:t>
            </a:r>
            <a:endParaRPr b="0" lang="en-US" sz="2000" strike="noStrike" u="none">
              <a:solidFill>
                <a:srgbClr val="000000"/>
              </a:solidFill>
              <a:effectLst/>
              <a:uFillTx/>
              <a:latin typeface="Arial"/>
            </a:endParaRPr>
          </a:p>
          <a:p>
            <a:pPr indent="0">
              <a:lnSpc>
                <a:spcPct val="90000"/>
              </a:lnSpc>
              <a:spcBef>
                <a:spcPts val="1001"/>
              </a:spcBef>
            </a:pPr>
            <a:r>
              <a:rPr b="1" lang="en-US" sz="2000" strike="noStrike" u="none">
                <a:solidFill>
                  <a:srgbClr val="005cb9"/>
                </a:solidFill>
                <a:effectLst/>
                <a:uFillTx/>
                <a:latin typeface="Source Sans Pro"/>
                <a:ea typeface="Source Sans Pro"/>
              </a:rPr>
              <a:t>Mixed Model</a:t>
            </a:r>
            <a:endParaRPr b="0" lang="en-US" sz="20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000" strike="noStrike" u="none">
                <a:solidFill>
                  <a:srgbClr val="005cb9"/>
                </a:solidFill>
                <a:effectLst/>
                <a:uFillTx/>
                <a:latin typeface="Source Sans Pro"/>
                <a:ea typeface="Source Sans Pro"/>
              </a:rPr>
              <a:t>Cursor (pay for usage)</a:t>
            </a:r>
            <a:endParaRPr b="0" lang="en-US" sz="20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000" strike="noStrike" u="none">
                <a:solidFill>
                  <a:srgbClr val="005cb9"/>
                </a:solidFill>
                <a:effectLst/>
                <a:uFillTx/>
                <a:latin typeface="Source Sans Pro"/>
                <a:ea typeface="Source Sans Pro"/>
              </a:rPr>
              <a:t>Continue</a:t>
            </a:r>
            <a:endParaRPr b="0" lang="en-US" sz="2000" strike="noStrike" u="none">
              <a:solidFill>
                <a:srgbClr val="000000"/>
              </a:solidFill>
              <a:effectLst/>
              <a:uFillTx/>
              <a:latin typeface="Arial"/>
            </a:endParaRPr>
          </a:p>
          <a:p>
            <a:pPr marL="228600" indent="-228600">
              <a:lnSpc>
                <a:spcPct val="90000"/>
              </a:lnSpc>
              <a:spcBef>
                <a:spcPts val="1001"/>
              </a:spcBef>
              <a:buNone/>
            </a:pPr>
            <a:r>
              <a:rPr b="1" lang="en-US" sz="2000" strike="noStrike" u="none">
                <a:solidFill>
                  <a:srgbClr val="005cb9"/>
                </a:solidFill>
                <a:effectLst/>
                <a:uFillTx/>
                <a:latin typeface="Source Sans Pro"/>
                <a:ea typeface="Source Sans Pro"/>
              </a:rPr>
              <a:t> </a:t>
            </a:r>
            <a:endParaRPr b="0" lang="en-US" sz="2000" strike="noStrike" u="none">
              <a:solidFill>
                <a:srgbClr val="000000"/>
              </a:solidFill>
              <a:effectLst/>
              <a:uFillTx/>
              <a:latin typeface="Arial"/>
            </a:endParaRPr>
          </a:p>
        </p:txBody>
      </p:sp>
      <p:sp>
        <p:nvSpPr>
          <p:cNvPr id="101" name="PlaceHolder 3"/>
          <p:cNvSpPr>
            <a:spLocks noGrp="1"/>
          </p:cNvSpPr>
          <p:nvPr>
            <p:ph/>
          </p:nvPr>
        </p:nvSpPr>
        <p:spPr>
          <a:xfrm>
            <a:off x="4648320" y="1017720"/>
            <a:ext cx="3867120" cy="354816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There are MANY more.</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Bolt</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Lovable</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Windsurf</a:t>
            </a:r>
            <a:endParaRPr b="0" lang="en-US" sz="2400" strike="noStrike" u="none">
              <a:solidFill>
                <a:srgbClr val="000000"/>
              </a:solidFill>
              <a:effectLst/>
              <a:uFillTx/>
              <a:latin typeface="Arial"/>
            </a:endParaRPr>
          </a:p>
          <a:p>
            <a:pPr lvl="1" marL="685800" indent="-228600">
              <a:lnSpc>
                <a:spcPct val="90000"/>
              </a:lnSpc>
              <a:spcBef>
                <a:spcPts val="499"/>
              </a:spcBef>
              <a:buClr>
                <a:srgbClr val="000000"/>
              </a:buClr>
              <a:buFont typeface="Arial"/>
              <a:buChar char="•"/>
            </a:pPr>
            <a:r>
              <a:rPr b="0" lang="en-US" sz="2400" strike="noStrike" u="none">
                <a:solidFill>
                  <a:srgbClr val="005cb9"/>
                </a:solidFill>
                <a:effectLst/>
                <a:uFillTx/>
                <a:latin typeface="Calibri"/>
              </a:rPr>
              <a:t>etc…</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792720" y="3092400"/>
            <a:ext cx="7772400" cy="1093680"/>
          </a:xfrm>
          <a:prstGeom prst="rect">
            <a:avLst/>
          </a:prstGeom>
          <a:noFill/>
          <a:ln w="12600">
            <a:noFill/>
          </a:ln>
        </p:spPr>
        <p:txBody>
          <a:bodyPr lIns="0" rIns="91440" tIns="45720" bIns="45720" anchor="t">
            <a:noAutofit/>
          </a:bodyPr>
          <a:p>
            <a:pPr indent="0">
              <a:lnSpc>
                <a:spcPct val="95000"/>
              </a:lnSpc>
              <a:buNone/>
            </a:pPr>
            <a:r>
              <a:rPr b="0" lang="en-US" sz="4800" strike="noStrike" u="none">
                <a:solidFill>
                  <a:srgbClr val="ffffff"/>
                </a:solidFill>
                <a:effectLst/>
                <a:uFillTx/>
                <a:latin typeface="Source Sans Pro SemiBold"/>
                <a:ea typeface="Source Sans Pro SemiBold"/>
              </a:rPr>
              <a:t>Workflow</a:t>
            </a:r>
            <a:endParaRPr b="0" lang="en-US" sz="4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Ethos</a:t>
            </a:r>
            <a:endParaRPr b="0" lang="en-US" sz="3000" strike="noStrike" u="none">
              <a:solidFill>
                <a:srgbClr val="000000"/>
              </a:solidFill>
              <a:effectLst/>
              <a:uFillTx/>
              <a:latin typeface="Arial"/>
            </a:endParaRPr>
          </a:p>
        </p:txBody>
      </p:sp>
      <p:sp>
        <p:nvSpPr>
          <p:cNvPr id="104"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Give it every instruction you would give a junior dev. It “knows” coding but doesn’t know your context. </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If you can show AI what good work looks like, it can do good work. </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My Vibe Coding Workflow - Planning</a:t>
            </a:r>
            <a:endParaRPr b="0" lang="en-US" sz="3000" strike="noStrike" u="none">
              <a:solidFill>
                <a:srgbClr val="000000"/>
              </a:solidFill>
              <a:effectLst/>
              <a:uFillTx/>
              <a:latin typeface="Arial"/>
            </a:endParaRPr>
          </a:p>
        </p:txBody>
      </p:sp>
      <p:sp>
        <p:nvSpPr>
          <p:cNvPr id="106"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To manage limited credits, plan in a bot that will not be doing the work. Claude, Chat GPT, Gemini, NotebookLM.</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Research and make an initial plan.</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Define that plan, with goals, frameworks, and tests.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Output this plan as a specification “spec” markdown file</a:t>
            </a:r>
            <a:r>
              <a:rPr b="1" lang="en-US" sz="2400" strike="noStrike" u="none">
                <a:solidFill>
                  <a:srgbClr val="005cb9"/>
                </a:solidFill>
                <a:effectLst/>
                <a:uFillTx/>
                <a:latin typeface="Source Sans Pro"/>
                <a:ea typeface="Source Sans Pro"/>
              </a:rPr>
              <a:t>.</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7"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My Vibe Coding Workflow - Implementation</a:t>
            </a:r>
            <a:endParaRPr b="0" lang="en-US" sz="3000" strike="noStrike" u="none">
              <a:solidFill>
                <a:srgbClr val="000000"/>
              </a:solidFill>
              <a:effectLst/>
              <a:uFillTx/>
              <a:latin typeface="Arial"/>
            </a:endParaRPr>
          </a:p>
        </p:txBody>
      </p:sp>
      <p:sp>
        <p:nvSpPr>
          <p:cNvPr id="108"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Ask the bot to initialize on the spec file and make an implementation plan of phases with checklists. Tell it to work step by step.</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Commit starting code to GitHub.</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Ask it what it needs to know from you to complete phase 1.</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Have it complete and test phase 1.</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Review and commit phase 1 to GitHub</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Verify the results and start phase 2…</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9" name="PlaceHolder 1"/>
          <p:cNvSpPr>
            <a:spLocks noGrp="1"/>
          </p:cNvSpPr>
          <p:nvPr>
            <p:ph type="title"/>
          </p:nvPr>
        </p:nvSpPr>
        <p:spPr>
          <a:xfrm>
            <a:off x="792720" y="3094920"/>
            <a:ext cx="7772400" cy="1093680"/>
          </a:xfrm>
          <a:prstGeom prst="rect">
            <a:avLst/>
          </a:prstGeom>
          <a:noFill/>
          <a:ln w="12600">
            <a:noFill/>
          </a:ln>
        </p:spPr>
        <p:txBody>
          <a:bodyPr lIns="0" rIns="91440" tIns="45720" bIns="45720" anchor="t">
            <a:noAutofit/>
          </a:bodyPr>
          <a:p>
            <a:pPr indent="0">
              <a:lnSpc>
                <a:spcPct val="95000"/>
              </a:lnSpc>
              <a:buNone/>
            </a:pPr>
            <a:r>
              <a:rPr b="0" lang="en-US" sz="4800" strike="noStrike" u="none">
                <a:solidFill>
                  <a:srgbClr val="ffffff"/>
                </a:solidFill>
                <a:effectLst/>
                <a:uFillTx/>
                <a:latin typeface="Source Sans Pro SemiBold"/>
                <a:ea typeface="Source Sans Pro SemiBold"/>
              </a:rPr>
              <a:t>Vibe Coding Tools</a:t>
            </a:r>
            <a:endParaRPr b="0" lang="en-US" sz="4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Claude Code (Anthropic)</a:t>
            </a:r>
            <a:endParaRPr b="0" lang="en-US" sz="3000" strike="noStrike" u="none">
              <a:solidFill>
                <a:srgbClr val="000000"/>
              </a:solidFill>
              <a:effectLst/>
              <a:uFillTx/>
              <a:latin typeface="Arial"/>
            </a:endParaRPr>
          </a:p>
        </p:txBody>
      </p:sp>
      <p:sp>
        <p:nvSpPr>
          <p:cNvPr id="111" name="PlaceHolder 2"/>
          <p:cNvSpPr>
            <a:spLocks noGrp="1"/>
          </p:cNvSpPr>
          <p:nvPr>
            <p:ph/>
          </p:nvPr>
        </p:nvSpPr>
        <p:spPr>
          <a:xfrm>
            <a:off x="397800" y="872280"/>
            <a:ext cx="8289000" cy="3565440"/>
          </a:xfrm>
          <a:prstGeom prst="rect">
            <a:avLst/>
          </a:prstGeom>
          <a:noFill/>
          <a:ln w="12600">
            <a:noFill/>
          </a:ln>
        </p:spPr>
        <p:txBody>
          <a:bodyPr lIns="91440" rIns="91440" tIns="91440" bIns="91440" anchor="t">
            <a:normAutofit lnSpcReduction="9999"/>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IMO: the clear winner for quality and skills.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Out of the box, it can and will plan, build, reason and test. </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The only disadvantage I have seen is cost related limits.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It does what a human would do to fix a problem. To fix a problem, it will read code, run a service, check the database, check the logs, make a change, restart the service, and check the logs again.</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For someone spending less than 30% of your time coding, the $20 plan may be sufficient.</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Gemini CLI (Google)</a:t>
            </a:r>
            <a:endParaRPr b="0" lang="en-US" sz="3000" strike="noStrike" u="none">
              <a:solidFill>
                <a:srgbClr val="000000"/>
              </a:solidFill>
              <a:effectLst/>
              <a:uFillTx/>
              <a:latin typeface="Arial"/>
            </a:endParaRPr>
          </a:p>
        </p:txBody>
      </p:sp>
      <p:sp>
        <p:nvSpPr>
          <p:cNvPr id="113" name="PlaceHolder 2"/>
          <p:cNvSpPr>
            <a:spLocks noGrp="1"/>
          </p:cNvSpPr>
          <p:nvPr>
            <p:ph/>
          </p:nvPr>
        </p:nvSpPr>
        <p:spPr>
          <a:xfrm>
            <a:off x="397800" y="779040"/>
            <a:ext cx="8289000" cy="3799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The newest of these tools.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Large context, generous free plan. You can have multiple accounts.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Great for a proof of concept. Great backup for medium edits.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400" strike="noStrike" u="none">
                <a:solidFill>
                  <a:srgbClr val="005cb9"/>
                </a:solidFill>
                <a:effectLst/>
                <a:uFillTx/>
                <a:latin typeface="Source Sans Pro"/>
                <a:ea typeface="Source Sans Pro"/>
              </a:rPr>
              <a:t>Main disadvantage: </a:t>
            </a:r>
            <a:r>
              <a:rPr b="0" lang="en-US" sz="2400" strike="noStrike" u="none">
                <a:solidFill>
                  <a:srgbClr val="005cb9"/>
                </a:solidFill>
                <a:effectLst/>
                <a:uFillTx/>
                <a:latin typeface="Source Sans Pro"/>
                <a:ea typeface="Source Sans Pro"/>
              </a:rPr>
              <a:t>Struggles OFTEN with making large replacements (like indenting a big block in Python) and breaks files. </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After multiple tasks in a work session, it switches to the Flash-Lite model for the rest of the time.</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Codex (OpenAI)</a:t>
            </a:r>
            <a:endParaRPr b="0" lang="en-US" sz="3000" strike="noStrike" u="none">
              <a:solidFill>
                <a:srgbClr val="000000"/>
              </a:solidFill>
              <a:effectLst/>
              <a:uFillTx/>
              <a:latin typeface="Arial"/>
            </a:endParaRPr>
          </a:p>
        </p:txBody>
      </p:sp>
      <p:sp>
        <p:nvSpPr>
          <p:cNvPr id="115"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Some usage of Codex comes with your ChatGPT subscription.</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Codex (like ChatGPT) seems to be more focused on helping you do the process than doing it for you. </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1" lang="en-US" sz="2400" strike="noStrike" u="none">
                <a:solidFill>
                  <a:srgbClr val="005cb9"/>
                </a:solidFill>
                <a:effectLst/>
                <a:uFillTx/>
                <a:latin typeface="Source Sans Pro"/>
                <a:ea typeface="Source Sans Pro"/>
              </a:rPr>
              <a:t>Main disadvantage: </a:t>
            </a:r>
            <a:r>
              <a:rPr b="0" lang="en-US" sz="2400" strike="noStrike" u="none">
                <a:solidFill>
                  <a:srgbClr val="005cb9"/>
                </a:solidFill>
                <a:effectLst/>
                <a:uFillTx/>
                <a:latin typeface="Source Sans Pro"/>
                <a:ea typeface="Source Sans Pro"/>
              </a:rPr>
              <a:t>Without MCPs, Codex won’t often attempt to do troubleshooting by reading referenced files outside the folder, restarting services, reading logs, etc. It prefers to stick to the files in the folder and have  you run commands/scripts.</a:t>
            </a:r>
            <a:endParaRPr b="0" lang="en-US" sz="2400" strike="noStrike" u="none">
              <a:solidFill>
                <a:srgbClr val="000000"/>
              </a:solidFill>
              <a:effectLst/>
              <a:uFillTx/>
              <a:latin typeface="Arial"/>
            </a:endParaRPr>
          </a:p>
          <a:p>
            <a:pPr marL="228600" indent="-228600">
              <a:lnSpc>
                <a:spcPct val="90000"/>
              </a:lnSpc>
              <a:spcBef>
                <a:spcPts val="1001"/>
              </a:spcBef>
              <a:buNone/>
            </a:pPr>
            <a:r>
              <a:rPr b="0" lang="en-US" sz="2400" strike="noStrike" u="none">
                <a:solidFill>
                  <a:srgbClr val="005cb9"/>
                </a:solidFill>
                <a:effectLst/>
                <a:uFillTx/>
                <a:latin typeface="Source Sans Pro"/>
                <a:ea typeface="Source Sans Pro"/>
              </a:rPr>
              <a:t> </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6"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GitHub Copilot (Microsoft)</a:t>
            </a:r>
            <a:endParaRPr b="0" lang="en-US" sz="3000" strike="noStrike" u="none">
              <a:solidFill>
                <a:srgbClr val="000000"/>
              </a:solidFill>
              <a:effectLst/>
              <a:uFillTx/>
              <a:latin typeface="Arial"/>
            </a:endParaRPr>
          </a:p>
        </p:txBody>
      </p:sp>
      <p:sp>
        <p:nvSpPr>
          <p:cNvPr id="117"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Some usage of GitHub Copilot is free. Subscriptions are cheap.</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Great for code completion when editing code yourself. It recognizes patterns and suggests the next step.</a:t>
            </a:r>
            <a:endParaRPr b="0" lang="en-US" sz="2400" strike="noStrike" u="none">
              <a:solidFill>
                <a:srgbClr val="000000"/>
              </a:solidFill>
              <a:effectLst/>
              <a:uFillTx/>
              <a:latin typeface="Arial"/>
            </a:endParaRPr>
          </a:p>
          <a:p>
            <a:pPr marL="228600" indent="-228600">
              <a:lnSpc>
                <a:spcPct val="90000"/>
              </a:lnSpc>
              <a:spcBef>
                <a:spcPts val="1001"/>
              </a:spcBef>
              <a:buNone/>
            </a:pPr>
            <a:r>
              <a:rPr b="0" lang="en-US" sz="2400" strike="noStrike" u="none">
                <a:solidFill>
                  <a:srgbClr val="005cb9"/>
                </a:solidFill>
                <a:effectLst/>
                <a:uFillTx/>
                <a:latin typeface="Source Sans Pro"/>
                <a:ea typeface="Source Sans Pro"/>
              </a:rPr>
              <a:t> </a:t>
            </a:r>
            <a:endParaRPr b="0" lang="en-US" sz="2400" strike="noStrike" u="none">
              <a:solidFill>
                <a:srgbClr val="000000"/>
              </a:solidFill>
              <a:effectLst/>
              <a:uFillTx/>
              <a:latin typeface="Arial"/>
            </a:endParaRPr>
          </a:p>
          <a:p>
            <a:pPr marL="228600" indent="-228600">
              <a:lnSpc>
                <a:spcPct val="90000"/>
              </a:lnSpc>
              <a:spcBef>
                <a:spcPts val="1001"/>
              </a:spcBef>
              <a:buNone/>
            </a:pPr>
            <a:r>
              <a:rPr b="0" lang="en-US" sz="2400" strike="noStrike" u="none">
                <a:solidFill>
                  <a:srgbClr val="005cb9"/>
                </a:solidFill>
                <a:effectLst/>
                <a:uFillTx/>
                <a:latin typeface="Source Sans Pro"/>
                <a:ea typeface="Source Sans Pro"/>
              </a:rPr>
              <a:t> </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MCPs</a:t>
            </a:r>
            <a:endParaRPr b="0" lang="en-US" sz="3000" strike="noStrike" u="none">
              <a:solidFill>
                <a:srgbClr val="000000"/>
              </a:solidFill>
              <a:effectLst/>
              <a:uFillTx/>
              <a:latin typeface="Arial"/>
            </a:endParaRPr>
          </a:p>
        </p:txBody>
      </p:sp>
      <p:sp>
        <p:nvSpPr>
          <p:cNvPr id="119"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Github- Proper interaction and research</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Context7- (Up-to-date Documentation)</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Many, many more.</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0"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Managing Credits and Context</a:t>
            </a:r>
            <a:endParaRPr b="0" lang="en-US" sz="3000" strike="noStrike" u="none">
              <a:solidFill>
                <a:srgbClr val="000000"/>
              </a:solidFill>
              <a:effectLst/>
              <a:uFillTx/>
              <a:latin typeface="Arial"/>
            </a:endParaRPr>
          </a:p>
        </p:txBody>
      </p:sp>
      <p:sp>
        <p:nvSpPr>
          <p:cNvPr id="121"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fontScale="92500" lnSpcReduction="9999"/>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Most tools have a powerful (expensive) thinking model and simpler (cheaper) models. </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In an Agentic system, you typically want those powerful models to be managers (keeping the context of the entire project) and smaller models can be used for individual tasks.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While it’s helpful for your main agent to “know” what it has already done, this makes it more expensive for doing smaller tasks. If a sub-project can be self contained, run it in a sub-agent or a sub-task and give it only the context it needs.</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2" name="PlaceHolder 1"/>
          <p:cNvSpPr>
            <a:spLocks noGrp="1"/>
          </p:cNvSpPr>
          <p:nvPr>
            <p:ph type="title"/>
          </p:nvPr>
        </p:nvSpPr>
        <p:spPr>
          <a:xfrm>
            <a:off x="792720" y="3094920"/>
            <a:ext cx="7772400" cy="1093680"/>
          </a:xfrm>
          <a:prstGeom prst="rect">
            <a:avLst/>
          </a:prstGeom>
          <a:noFill/>
          <a:ln w="12600">
            <a:noFill/>
          </a:ln>
        </p:spPr>
        <p:txBody>
          <a:bodyPr lIns="0" rIns="91440" tIns="45720" bIns="45720" anchor="t">
            <a:noAutofit/>
          </a:bodyPr>
          <a:p>
            <a:pPr indent="0">
              <a:lnSpc>
                <a:spcPct val="95000"/>
              </a:lnSpc>
              <a:buNone/>
            </a:pPr>
            <a:r>
              <a:rPr b="0" lang="en-US" sz="4800" strike="noStrike" u="none">
                <a:solidFill>
                  <a:srgbClr val="ffffff"/>
                </a:solidFill>
                <a:effectLst/>
                <a:uFillTx/>
                <a:latin typeface="Source Sans Pro SemiBold"/>
                <a:ea typeface="Source Sans Pro SemiBold"/>
              </a:rPr>
              <a:t>Permissions</a:t>
            </a:r>
            <a:endParaRPr b="0" lang="en-US" sz="4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3"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2400" strike="noStrike" u="none">
                <a:solidFill>
                  <a:srgbClr val="00a7e1"/>
                </a:solidFill>
                <a:effectLst/>
                <a:uFillTx/>
                <a:latin typeface="Source Sans Pro SemiBold"/>
                <a:ea typeface="Source Sans Pro SemiBold"/>
              </a:rPr>
              <a:t>Typically, these agents ask permission for everything.</a:t>
            </a:r>
            <a:endParaRPr b="0" lang="en-US" sz="2400" strike="noStrike" u="none">
              <a:solidFill>
                <a:srgbClr val="000000"/>
              </a:solidFill>
              <a:effectLst/>
              <a:uFillTx/>
              <a:latin typeface="Arial"/>
            </a:endParaRPr>
          </a:p>
        </p:txBody>
      </p:sp>
      <p:sp>
        <p:nvSpPr>
          <p:cNvPr id="124"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This is a safeguard.</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You can whitelist certain classes of actions.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Most have a “YOLO” mode.</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PlaceHolder 1"/>
          <p:cNvSpPr>
            <a:spLocks noGrp="1"/>
          </p:cNvSpPr>
          <p:nvPr>
            <p:ph type="title"/>
          </p:nvPr>
        </p:nvSpPr>
        <p:spPr>
          <a:xfrm>
            <a:off x="792720" y="3093840"/>
            <a:ext cx="7772400" cy="1093680"/>
          </a:xfrm>
          <a:prstGeom prst="rect">
            <a:avLst/>
          </a:prstGeom>
          <a:noFill/>
          <a:ln w="12600">
            <a:noFill/>
          </a:ln>
        </p:spPr>
        <p:txBody>
          <a:bodyPr lIns="0" rIns="91440" tIns="45720" bIns="45720" anchor="t">
            <a:noAutofit/>
          </a:bodyPr>
          <a:p>
            <a:pPr indent="0">
              <a:lnSpc>
                <a:spcPct val="95000"/>
              </a:lnSpc>
              <a:buNone/>
            </a:pPr>
            <a:r>
              <a:rPr b="0" lang="en-US" sz="4800" strike="noStrike" u="none">
                <a:solidFill>
                  <a:srgbClr val="ffffff"/>
                </a:solidFill>
                <a:effectLst/>
                <a:uFillTx/>
                <a:latin typeface="Source Sans Pro SemiBold"/>
                <a:ea typeface="Source Sans Pro SemiBold"/>
              </a:rPr>
              <a:t>Final thoughts</a:t>
            </a:r>
            <a:endParaRPr b="0" lang="en-US" sz="4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6"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Do</a:t>
            </a:r>
            <a:endParaRPr b="0" lang="en-US" sz="3000" strike="noStrike" u="none">
              <a:solidFill>
                <a:srgbClr val="000000"/>
              </a:solidFill>
              <a:effectLst/>
              <a:uFillTx/>
              <a:latin typeface="Arial"/>
            </a:endParaRPr>
          </a:p>
        </p:txBody>
      </p:sp>
      <p:sp>
        <p:nvSpPr>
          <p:cNvPr id="127" name="PlaceHolder 2"/>
          <p:cNvSpPr>
            <a:spLocks noGrp="1"/>
          </p:cNvSpPr>
          <p:nvPr>
            <p:ph/>
          </p:nvPr>
        </p:nvSpPr>
        <p:spPr>
          <a:xfrm>
            <a:off x="113040" y="1013040"/>
            <a:ext cx="9030960" cy="3565440"/>
          </a:xfrm>
          <a:prstGeom prst="rect">
            <a:avLst/>
          </a:prstGeom>
          <a:noFill/>
          <a:ln w="12600">
            <a:noFill/>
          </a:ln>
        </p:spPr>
        <p:txBody>
          <a:bodyPr lIns="91440" rIns="91440" tIns="91440" bIns="91440" anchor="t">
            <a:normAutofit lnSpcReduction="9999"/>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Use Git for versioning. If you’re not closely following every edit, at least review the code before each commit.</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Work on a dev copy, files and database, for mission critical things.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Use pre-commit checks and linting. They don’t cost you anything and help create cleaner code.</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Use virtual environments to avoid dependency hell (venv and conda for Python, nodeenv for nodejs).</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Unless you plan to only work in Windows, develop in Linux or WSL.</a:t>
            </a:r>
            <a:endParaRPr b="0" lang="en-US" sz="2400" strike="noStrike" u="none">
              <a:solidFill>
                <a:srgbClr val="000000"/>
              </a:solidFill>
              <a:effectLst/>
              <a:uFillTx/>
              <a:latin typeface="Arial"/>
            </a:endParaRPr>
          </a:p>
          <a:p>
            <a:pPr marL="228600" indent="-228600">
              <a:lnSpc>
                <a:spcPct val="90000"/>
              </a:lnSpc>
              <a:spcBef>
                <a:spcPts val="1001"/>
              </a:spcBef>
              <a:buNone/>
            </a:pPr>
            <a:r>
              <a:rPr b="0" lang="en-US" sz="2400" strike="noStrike" u="none">
                <a:solidFill>
                  <a:srgbClr val="005cb9"/>
                </a:solidFill>
                <a:effectLst/>
                <a:uFillTx/>
                <a:latin typeface="Source Sans Pro"/>
                <a:ea typeface="Source Sans Pro"/>
              </a:rPr>
              <a:t> </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397800" y="274680"/>
            <a:ext cx="8289000" cy="608040"/>
          </a:xfrm>
          <a:prstGeom prst="rect">
            <a:avLst/>
          </a:prstGeom>
          <a:noFill/>
          <a:ln w="12600">
            <a:noFill/>
          </a:ln>
        </p:spPr>
        <p:txBody>
          <a:bodyPr lIns="91440" rIns="91440" tIns="91440" bIns="91440" anchor="t">
            <a:noAutofit/>
          </a:bodyPr>
          <a:p>
            <a:pPr indent="0">
              <a:lnSpc>
                <a:spcPct val="90000"/>
              </a:lnSpc>
              <a:buNone/>
            </a:pPr>
            <a:r>
              <a:rPr b="0" lang="en-US" sz="3000" strike="noStrike" u="none">
                <a:solidFill>
                  <a:srgbClr val="00a7e1"/>
                </a:solidFill>
                <a:effectLst/>
                <a:uFillTx/>
                <a:latin typeface="Source Sans Pro SemiBold"/>
                <a:ea typeface="Source Sans Pro SemiBold"/>
              </a:rPr>
              <a:t>Avoid</a:t>
            </a:r>
            <a:endParaRPr b="0" lang="en-US" sz="3000" strike="noStrike" u="none">
              <a:solidFill>
                <a:srgbClr val="000000"/>
              </a:solidFill>
              <a:effectLst/>
              <a:uFillTx/>
              <a:latin typeface="Arial"/>
            </a:endParaRPr>
          </a:p>
        </p:txBody>
      </p:sp>
      <p:sp>
        <p:nvSpPr>
          <p:cNvPr id="129" name="PlaceHolder 2"/>
          <p:cNvSpPr>
            <a:spLocks noGrp="1"/>
          </p:cNvSpPr>
          <p:nvPr>
            <p:ph/>
          </p:nvPr>
        </p:nvSpPr>
        <p:spPr>
          <a:xfrm>
            <a:off x="397800" y="1013040"/>
            <a:ext cx="8289000" cy="3565440"/>
          </a:xfrm>
          <a:prstGeom prst="rect">
            <a:avLst/>
          </a:prstGeom>
          <a:noFill/>
          <a:ln w="12600">
            <a:noFill/>
          </a:ln>
        </p:spPr>
        <p:txBody>
          <a:bodyPr lIns="91440" rIns="91440" tIns="91440" bIns="91440" anchor="t">
            <a:normAutofit/>
          </a:bodyPr>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Avoid making sweeping changes and invalidating your spec later. Do the planning work up front instead.</a:t>
            </a:r>
            <a:endParaRPr b="0" lang="en-US" sz="2400" strike="noStrike" u="none">
              <a:solidFill>
                <a:srgbClr val="000000"/>
              </a:solidFill>
              <a:effectLst/>
              <a:uFillTx/>
              <a:latin typeface="Arial"/>
            </a:endParaRPr>
          </a:p>
          <a:p>
            <a:pPr marL="228600" indent="-228600">
              <a:lnSpc>
                <a:spcPct val="90000"/>
              </a:lnSpc>
              <a:spcBef>
                <a:spcPts val="1001"/>
              </a:spcBef>
              <a:buClr>
                <a:srgbClr val="000000"/>
              </a:buClr>
              <a:buFont typeface="Arial"/>
              <a:buChar char="•"/>
            </a:pPr>
            <a:r>
              <a:rPr b="0" lang="en-US" sz="2400" strike="noStrike" u="none">
                <a:solidFill>
                  <a:srgbClr val="005cb9"/>
                </a:solidFill>
                <a:effectLst/>
                <a:uFillTx/>
                <a:latin typeface="Source Sans Pro"/>
                <a:ea typeface="Source Sans Pro"/>
              </a:rPr>
              <a:t>Unless proper tests were created and are used, changing the project goal is likely to break things.</a:t>
            </a:r>
            <a:endParaRPr b="0" lang="en-US" sz="2400" strike="noStrike" u="none">
              <a:solidFill>
                <a:srgbClr val="000000"/>
              </a:solidFill>
              <a:effectLst/>
              <a:uFillTx/>
              <a:latin typeface="Arial"/>
            </a:endParaRPr>
          </a:p>
          <a:p>
            <a:pPr marL="228600" indent="-228600">
              <a:lnSpc>
                <a:spcPct val="90000"/>
              </a:lnSpc>
              <a:spcBef>
                <a:spcPts val="1001"/>
              </a:spcBef>
              <a:buNone/>
            </a:pPr>
            <a:r>
              <a:rPr b="0" lang="en-US" sz="2400" strike="noStrike" u="none">
                <a:solidFill>
                  <a:srgbClr val="005cb9"/>
                </a:solidFill>
                <a:effectLst/>
                <a:uFillTx/>
                <a:latin typeface="Source Sans Pro"/>
                <a:ea typeface="Source Sans Pro"/>
              </a:rPr>
              <a:t> </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989</TotalTime>
  <Application>LibreOffice/25.2.1.2$Windows_X86_64 LibreOffice_project/d3abf4aee5fd705e4a92bba33a32f40bc4e56f49</Application>
  <AppVersion>15.0000</AppVersion>
  <Words>872</Words>
  <Paragraphs>80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Matthew Lee</dc:creator>
  <dc:description/>
  <dc:language>en-US</dc:language>
  <cp:lastModifiedBy>Lee, Matthew</cp:lastModifiedBy>
  <dcterms:modified xsi:type="dcterms:W3CDTF">2025-11-04T18:00:28Z</dcterms:modified>
  <cp:revision>44</cp:revision>
  <dc:subject/>
  <dc:title>SIL Slides Master 2019</dc:title>
</cp:coreProperties>
</file>